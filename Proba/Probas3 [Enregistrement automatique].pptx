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281" r:id="rId43"/>
    <p:sldId id="282" r:id="rId44"/>
    <p:sldId id="283" r:id="rId45"/>
    <p:sldId id="284" r:id="rId46"/>
    <p:sldId id="285" r:id="rId47"/>
    <p:sldId id="286" r:id="rId48"/>
    <p:sldId id="287" r:id="rId49"/>
    <p:sldId id="288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280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7" r:id="rId73"/>
    <p:sldId id="328" r:id="rId74"/>
    <p:sldId id="329" r:id="rId75"/>
    <p:sldId id="335" r:id="rId76"/>
    <p:sldId id="331" r:id="rId77"/>
    <p:sldId id="336" r:id="rId78"/>
    <p:sldId id="333" r:id="rId79"/>
    <p:sldId id="337" r:id="rId80"/>
    <p:sldId id="334" r:id="rId81"/>
    <p:sldId id="330" r:id="rId82"/>
  </p:sldIdLst>
  <p:sldSz cx="23749000" cy="16802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4622" autoAdjust="0"/>
  </p:normalViewPr>
  <p:slideViewPr>
    <p:cSldViewPr>
      <p:cViewPr varScale="1">
        <p:scale>
          <a:sx n="10" d="100"/>
          <a:sy n="10" d="100"/>
        </p:scale>
        <p:origin x="1380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0" d="100"/>
        <a:sy n="30" d="100"/>
      </p:scale>
      <p:origin x="0" y="-21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sv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sv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svg"/><Relationship Id="rId2" Type="http://schemas.openxmlformats.org/officeDocument/2006/relationships/slide" Target="slide79.xml"/><Relationship Id="rId1" Type="http://schemas.openxmlformats.org/officeDocument/2006/relationships/slideLayout" Target="../slideLayouts/slideLayout7.xml"/><Relationship Id="rId5" Type="http://schemas.openxmlformats.org/officeDocument/2006/relationships/slide" Target="slide77.xml"/><Relationship Id="rId4" Type="http://schemas.openxmlformats.org/officeDocument/2006/relationships/slide" Target="slide7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sv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svg"/><Relationship Id="rId2" Type="http://schemas.openxmlformats.org/officeDocument/2006/relationships/image" Target="../media/image7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3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sv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svg"/><Relationship Id="rId2" Type="http://schemas.openxmlformats.org/officeDocument/2006/relationships/image" Target="../media/image7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3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sv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svg"/><Relationship Id="rId2" Type="http://schemas.openxmlformats.org/officeDocument/2006/relationships/image" Target="../media/image7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3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8ACDC98-868E-F56F-ABA8-E4132D290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133" y="4783443"/>
            <a:ext cx="9594771" cy="974706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0A6A457D-CF4B-355E-DB82-2E51356C781E}"/>
              </a:ext>
            </a:extLst>
          </p:cNvPr>
          <p:cNvSpPr txBox="1"/>
          <p:nvPr/>
        </p:nvSpPr>
        <p:spPr>
          <a:xfrm>
            <a:off x="3027356" y="2970112"/>
            <a:ext cx="18398001" cy="63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3506" dirty="0"/>
              <a:t>https://padlet.com/minhphuongtranprofessional/probabilit-s-mebi2woexokqfw4j</a:t>
            </a:r>
          </a:p>
        </p:txBody>
      </p:sp>
    </p:spTree>
    <p:extLst>
      <p:ext uri="{BB962C8B-B14F-4D97-AF65-F5344CB8AC3E}">
        <p14:creationId xmlns:p14="http://schemas.microsoft.com/office/powerpoint/2010/main" val="1898892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5714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4607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3024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7559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4706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9142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8193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0187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1762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6772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776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2924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4746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7851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9470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0316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9806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Porte fermée avec un remplissage uni">
            <a:extLst>
              <a:ext uri="{FF2B5EF4-FFF2-40B4-BE49-F238E27FC236}">
                <a16:creationId xmlns:a16="http://schemas.microsoft.com/office/drawing/2014/main" id="{78F96BBC-B7E6-D115-090A-7D1C6739B2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63900" y="4591050"/>
            <a:ext cx="5562600" cy="5562600"/>
          </a:xfrm>
          <a:prstGeom prst="rect">
            <a:avLst/>
          </a:prstGeom>
        </p:spPr>
      </p:pic>
      <p:pic>
        <p:nvPicPr>
          <p:cNvPr id="4" name="Graphique 3" descr="Porte fermée avec un remplissage uni">
            <a:extLst>
              <a:ext uri="{FF2B5EF4-FFF2-40B4-BE49-F238E27FC236}">
                <a16:creationId xmlns:a16="http://schemas.microsoft.com/office/drawing/2014/main" id="{11C905F6-25DE-BEB3-A1AC-BF2F521E98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59902" y="4591050"/>
            <a:ext cx="5562600" cy="5562600"/>
          </a:xfrm>
          <a:prstGeom prst="rect">
            <a:avLst/>
          </a:prstGeom>
        </p:spPr>
      </p:pic>
      <p:pic>
        <p:nvPicPr>
          <p:cNvPr id="5" name="Graphique 4" descr="Porte fermée avec un remplissage uni">
            <a:extLst>
              <a:ext uri="{FF2B5EF4-FFF2-40B4-BE49-F238E27FC236}">
                <a16:creationId xmlns:a16="http://schemas.microsoft.com/office/drawing/2014/main" id="{1426B962-8A2F-C7F6-C436-1003C34266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390398" y="4650205"/>
            <a:ext cx="55626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83820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8DCD2-E898-18F1-B94E-576051B67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Porte fermée avec un remplissage uni">
            <a:extLst>
              <a:ext uri="{FF2B5EF4-FFF2-40B4-BE49-F238E27FC236}">
                <a16:creationId xmlns:a16="http://schemas.microsoft.com/office/drawing/2014/main" id="{1206F050-0301-0A66-B321-6FB414EEBB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63900" y="4591050"/>
            <a:ext cx="5562600" cy="5562600"/>
          </a:xfrm>
          <a:prstGeom prst="rect">
            <a:avLst/>
          </a:prstGeom>
        </p:spPr>
      </p:pic>
      <p:pic>
        <p:nvPicPr>
          <p:cNvPr id="4" name="Graphique 3" descr="Porte fermée avec un remplissage uni">
            <a:extLst>
              <a:ext uri="{FF2B5EF4-FFF2-40B4-BE49-F238E27FC236}">
                <a16:creationId xmlns:a16="http://schemas.microsoft.com/office/drawing/2014/main" id="{28B8EB25-21D5-4108-E910-D723302635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7149" y="4591050"/>
            <a:ext cx="5562600" cy="5562600"/>
          </a:xfrm>
          <a:prstGeom prst="rect">
            <a:avLst/>
          </a:prstGeom>
        </p:spPr>
      </p:pic>
      <p:pic>
        <p:nvPicPr>
          <p:cNvPr id="5" name="Graphique 4" descr="Porte fermée avec un remplissage uni">
            <a:extLst>
              <a:ext uri="{FF2B5EF4-FFF2-40B4-BE49-F238E27FC236}">
                <a16:creationId xmlns:a16="http://schemas.microsoft.com/office/drawing/2014/main" id="{1A8ADBF9-BB42-1212-D7BC-4A8A052C4C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390398" y="4650205"/>
            <a:ext cx="5562600" cy="55626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701D284-DE2C-8733-AD3F-5EC20BDC4E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700" y="10862009"/>
            <a:ext cx="3905250" cy="390525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07F31FF-C81C-94F3-7881-77A05E1B44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2051" y="10915650"/>
            <a:ext cx="3905250" cy="39052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C18CC8F-8B1B-0169-A975-2F9D17038851}"/>
              </a:ext>
            </a:extLst>
          </p:cNvPr>
          <p:cNvSpPr/>
          <p:nvPr/>
        </p:nvSpPr>
        <p:spPr>
          <a:xfrm>
            <a:off x="16141700" y="11982450"/>
            <a:ext cx="5867400" cy="2133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BE" sz="3600" dirty="0"/>
              <a:t>Chèque de 1 Milliard d’euros</a:t>
            </a:r>
          </a:p>
        </p:txBody>
      </p:sp>
    </p:spTree>
    <p:extLst>
      <p:ext uri="{BB962C8B-B14F-4D97-AF65-F5344CB8AC3E}">
        <p14:creationId xmlns:p14="http://schemas.microsoft.com/office/powerpoint/2010/main" val="392865636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8E0B7-C006-9297-7871-4E4B2C038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Porte fermée avec un remplissage uni">
            <a:hlinkClick r:id="rId2" action="ppaction://hlinksldjump"/>
            <a:extLst>
              <a:ext uri="{FF2B5EF4-FFF2-40B4-BE49-F238E27FC236}">
                <a16:creationId xmlns:a16="http://schemas.microsoft.com/office/drawing/2014/main" id="{D0457360-59D0-D1D3-AF74-92C3A8F54B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63900" y="4591050"/>
            <a:ext cx="5562600" cy="5562600"/>
          </a:xfrm>
          <a:prstGeom prst="rect">
            <a:avLst/>
          </a:prstGeom>
        </p:spPr>
      </p:pic>
      <p:pic>
        <p:nvPicPr>
          <p:cNvPr id="4" name="Graphique 3" descr="Porte fermée avec un remplissage uni">
            <a:hlinkClick r:id="rId4" action="ppaction://hlinksldjump"/>
            <a:extLst>
              <a:ext uri="{FF2B5EF4-FFF2-40B4-BE49-F238E27FC236}">
                <a16:creationId xmlns:a16="http://schemas.microsoft.com/office/drawing/2014/main" id="{EB403F50-F710-7518-9975-88FACCC25D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7149" y="4591050"/>
            <a:ext cx="5562600" cy="5562600"/>
          </a:xfrm>
          <a:prstGeom prst="rect">
            <a:avLst/>
          </a:prstGeom>
        </p:spPr>
      </p:pic>
      <p:pic>
        <p:nvPicPr>
          <p:cNvPr id="5" name="Graphique 4" descr="Porte fermée avec un remplissage uni">
            <a:hlinkClick r:id="rId5" action="ppaction://hlinksldjump"/>
            <a:extLst>
              <a:ext uri="{FF2B5EF4-FFF2-40B4-BE49-F238E27FC236}">
                <a16:creationId xmlns:a16="http://schemas.microsoft.com/office/drawing/2014/main" id="{C97BA9F8-1BF6-071C-C30B-B02F30F3E9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90398" y="4650205"/>
            <a:ext cx="55626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23553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1F639-06F6-55B7-E395-5C9E2B5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Porte fermée avec un remplissage uni">
            <a:extLst>
              <a:ext uri="{FF2B5EF4-FFF2-40B4-BE49-F238E27FC236}">
                <a16:creationId xmlns:a16="http://schemas.microsoft.com/office/drawing/2014/main" id="{55E6C80C-C238-02E8-79C0-1814974C55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63900" y="4591050"/>
            <a:ext cx="5562600" cy="5562600"/>
          </a:xfrm>
          <a:prstGeom prst="rect">
            <a:avLst/>
          </a:prstGeom>
        </p:spPr>
      </p:pic>
      <p:pic>
        <p:nvPicPr>
          <p:cNvPr id="4" name="Graphique 3" descr="Porte fermée avec un remplissage uni">
            <a:extLst>
              <a:ext uri="{FF2B5EF4-FFF2-40B4-BE49-F238E27FC236}">
                <a16:creationId xmlns:a16="http://schemas.microsoft.com/office/drawing/2014/main" id="{BDBBF8DE-E08C-1292-146B-334DB56B6F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7149" y="4591050"/>
            <a:ext cx="5562600" cy="5562600"/>
          </a:xfrm>
          <a:prstGeom prst="rect">
            <a:avLst/>
          </a:prstGeom>
        </p:spPr>
      </p:pic>
      <p:pic>
        <p:nvPicPr>
          <p:cNvPr id="5" name="Graphique 4" descr="Porte fermée avec un remplissage uni">
            <a:extLst>
              <a:ext uri="{FF2B5EF4-FFF2-40B4-BE49-F238E27FC236}">
                <a16:creationId xmlns:a16="http://schemas.microsoft.com/office/drawing/2014/main" id="{D54176AB-69FF-6B07-9042-6F18D601AD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390398" y="4650205"/>
            <a:ext cx="5562600" cy="5562600"/>
          </a:xfrm>
          <a:prstGeom prst="rect">
            <a:avLst/>
          </a:prstGeom>
        </p:spPr>
      </p:pic>
      <p:sp>
        <p:nvSpPr>
          <p:cNvPr id="2" name="Flèche : haut 1">
            <a:extLst>
              <a:ext uri="{FF2B5EF4-FFF2-40B4-BE49-F238E27FC236}">
                <a16:creationId xmlns:a16="http://schemas.microsoft.com/office/drawing/2014/main" id="{717E887E-8A7C-C2A6-8B98-89A90C383DB2}"/>
              </a:ext>
            </a:extLst>
          </p:cNvPr>
          <p:cNvSpPr/>
          <p:nvPr/>
        </p:nvSpPr>
        <p:spPr>
          <a:xfrm>
            <a:off x="11341100" y="10839450"/>
            <a:ext cx="1828800" cy="3200400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2890137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C79FB-EDF4-AA0D-C959-ADE8365B9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que 3" descr="Porte fermée avec un remplissage uni">
            <a:extLst>
              <a:ext uri="{FF2B5EF4-FFF2-40B4-BE49-F238E27FC236}">
                <a16:creationId xmlns:a16="http://schemas.microsoft.com/office/drawing/2014/main" id="{C33523F0-BC6F-F591-00CC-B543877A5B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7149" y="4591050"/>
            <a:ext cx="5562600" cy="5562600"/>
          </a:xfrm>
          <a:prstGeom prst="rect">
            <a:avLst/>
          </a:prstGeom>
        </p:spPr>
      </p:pic>
      <p:pic>
        <p:nvPicPr>
          <p:cNvPr id="5" name="Graphique 4" descr="Porte fermée avec un remplissage uni">
            <a:extLst>
              <a:ext uri="{FF2B5EF4-FFF2-40B4-BE49-F238E27FC236}">
                <a16:creationId xmlns:a16="http://schemas.microsoft.com/office/drawing/2014/main" id="{FB370602-1BE8-1774-C671-0A8656A94C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390398" y="4650205"/>
            <a:ext cx="5562600" cy="5562600"/>
          </a:xfrm>
          <a:prstGeom prst="rect">
            <a:avLst/>
          </a:prstGeom>
        </p:spPr>
      </p:pic>
      <p:pic>
        <p:nvPicPr>
          <p:cNvPr id="6" name="Graphique 5" descr="Porte ouverte avec un remplissage uni">
            <a:extLst>
              <a:ext uri="{FF2B5EF4-FFF2-40B4-BE49-F238E27FC236}">
                <a16:creationId xmlns:a16="http://schemas.microsoft.com/office/drawing/2014/main" id="{2E2295BD-14BE-FDEB-071D-7E4D88FCF4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99888" y="4472068"/>
            <a:ext cx="5858715" cy="585871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1A3E761-ED3C-1AEE-F6E3-983D7FB850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2632" y="10534650"/>
            <a:ext cx="2753225" cy="2753225"/>
          </a:xfrm>
          <a:prstGeom prst="rect">
            <a:avLst/>
          </a:prstGeom>
        </p:spPr>
      </p:pic>
      <p:sp>
        <p:nvSpPr>
          <p:cNvPr id="10" name="Flèche : haut 9">
            <a:extLst>
              <a:ext uri="{FF2B5EF4-FFF2-40B4-BE49-F238E27FC236}">
                <a16:creationId xmlns:a16="http://schemas.microsoft.com/office/drawing/2014/main" id="{D497DFE5-1FCB-FC1E-7369-C570EE3C88EE}"/>
              </a:ext>
            </a:extLst>
          </p:cNvPr>
          <p:cNvSpPr/>
          <p:nvPr/>
        </p:nvSpPr>
        <p:spPr>
          <a:xfrm>
            <a:off x="11341100" y="10839450"/>
            <a:ext cx="1828800" cy="3200400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0640461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225C5-ED17-FC07-49D5-70ED3165F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Porte fermée avec un remplissage uni">
            <a:extLst>
              <a:ext uri="{FF2B5EF4-FFF2-40B4-BE49-F238E27FC236}">
                <a16:creationId xmlns:a16="http://schemas.microsoft.com/office/drawing/2014/main" id="{4B58FF59-1EEC-95AA-470E-9F9C3F10E7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63900" y="4591050"/>
            <a:ext cx="5562600" cy="5562600"/>
          </a:xfrm>
          <a:prstGeom prst="rect">
            <a:avLst/>
          </a:prstGeom>
        </p:spPr>
      </p:pic>
      <p:pic>
        <p:nvPicPr>
          <p:cNvPr id="4" name="Graphique 3" descr="Porte fermée avec un remplissage uni">
            <a:extLst>
              <a:ext uri="{FF2B5EF4-FFF2-40B4-BE49-F238E27FC236}">
                <a16:creationId xmlns:a16="http://schemas.microsoft.com/office/drawing/2014/main" id="{ABF7D5FC-AA94-B4B1-B8BA-7F198316C6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7149" y="4591050"/>
            <a:ext cx="5562600" cy="5562600"/>
          </a:xfrm>
          <a:prstGeom prst="rect">
            <a:avLst/>
          </a:prstGeom>
        </p:spPr>
      </p:pic>
      <p:pic>
        <p:nvPicPr>
          <p:cNvPr id="5" name="Graphique 4" descr="Porte fermée avec un remplissage uni">
            <a:extLst>
              <a:ext uri="{FF2B5EF4-FFF2-40B4-BE49-F238E27FC236}">
                <a16:creationId xmlns:a16="http://schemas.microsoft.com/office/drawing/2014/main" id="{B4918BA9-8A31-4A96-E98F-2BBAAA91CF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390398" y="4650205"/>
            <a:ext cx="5562600" cy="5562600"/>
          </a:xfrm>
          <a:prstGeom prst="rect">
            <a:avLst/>
          </a:prstGeom>
        </p:spPr>
      </p:pic>
      <p:sp>
        <p:nvSpPr>
          <p:cNvPr id="2" name="Flèche : haut 1">
            <a:extLst>
              <a:ext uri="{FF2B5EF4-FFF2-40B4-BE49-F238E27FC236}">
                <a16:creationId xmlns:a16="http://schemas.microsoft.com/office/drawing/2014/main" id="{F5F542B1-D66B-7452-72C7-C080BE26B08F}"/>
              </a:ext>
            </a:extLst>
          </p:cNvPr>
          <p:cNvSpPr/>
          <p:nvPr/>
        </p:nvSpPr>
        <p:spPr>
          <a:xfrm>
            <a:off x="17056100" y="10610850"/>
            <a:ext cx="1828800" cy="3200400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1125346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3752D-2604-B6D6-BB32-0637195C5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que 3" descr="Porte fermée avec un remplissage uni">
            <a:extLst>
              <a:ext uri="{FF2B5EF4-FFF2-40B4-BE49-F238E27FC236}">
                <a16:creationId xmlns:a16="http://schemas.microsoft.com/office/drawing/2014/main" id="{B03D3C01-3E1F-C079-433F-AAEE74F722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7149" y="4591050"/>
            <a:ext cx="5562600" cy="5562600"/>
          </a:xfrm>
          <a:prstGeom prst="rect">
            <a:avLst/>
          </a:prstGeom>
        </p:spPr>
      </p:pic>
      <p:pic>
        <p:nvPicPr>
          <p:cNvPr id="5" name="Graphique 4" descr="Porte fermée avec un remplissage uni">
            <a:extLst>
              <a:ext uri="{FF2B5EF4-FFF2-40B4-BE49-F238E27FC236}">
                <a16:creationId xmlns:a16="http://schemas.microsoft.com/office/drawing/2014/main" id="{BB48396B-20B3-DE48-5EF4-153CBB60F0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390398" y="4650205"/>
            <a:ext cx="5562600" cy="5562600"/>
          </a:xfrm>
          <a:prstGeom prst="rect">
            <a:avLst/>
          </a:prstGeom>
        </p:spPr>
      </p:pic>
      <p:pic>
        <p:nvPicPr>
          <p:cNvPr id="6" name="Graphique 5" descr="Porte ouverte avec un remplissage uni">
            <a:extLst>
              <a:ext uri="{FF2B5EF4-FFF2-40B4-BE49-F238E27FC236}">
                <a16:creationId xmlns:a16="http://schemas.microsoft.com/office/drawing/2014/main" id="{B31DF31E-EE4F-8419-C5C9-F17AA6295F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99888" y="4472068"/>
            <a:ext cx="5858715" cy="585871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057F3C0-9566-F6F8-1A5E-90323F4628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2632" y="10534650"/>
            <a:ext cx="2753225" cy="2753225"/>
          </a:xfrm>
          <a:prstGeom prst="rect">
            <a:avLst/>
          </a:prstGeom>
        </p:spPr>
      </p:pic>
      <p:sp>
        <p:nvSpPr>
          <p:cNvPr id="10" name="Flèche : haut 9">
            <a:extLst>
              <a:ext uri="{FF2B5EF4-FFF2-40B4-BE49-F238E27FC236}">
                <a16:creationId xmlns:a16="http://schemas.microsoft.com/office/drawing/2014/main" id="{F56A1169-7197-AE6E-B157-C116737EAE7B}"/>
              </a:ext>
            </a:extLst>
          </p:cNvPr>
          <p:cNvSpPr/>
          <p:nvPr/>
        </p:nvSpPr>
        <p:spPr>
          <a:xfrm>
            <a:off x="17257298" y="10839450"/>
            <a:ext cx="1828800" cy="3200400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4779222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64A22-D6B3-EC77-230F-7FA973C84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Porte fermée avec un remplissage uni">
            <a:extLst>
              <a:ext uri="{FF2B5EF4-FFF2-40B4-BE49-F238E27FC236}">
                <a16:creationId xmlns:a16="http://schemas.microsoft.com/office/drawing/2014/main" id="{E345C233-3E6E-E1ED-39F9-C2B316192E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63900" y="4591050"/>
            <a:ext cx="5562600" cy="5562600"/>
          </a:xfrm>
          <a:prstGeom prst="rect">
            <a:avLst/>
          </a:prstGeom>
        </p:spPr>
      </p:pic>
      <p:pic>
        <p:nvPicPr>
          <p:cNvPr id="4" name="Graphique 3" descr="Porte fermée avec un remplissage uni">
            <a:extLst>
              <a:ext uri="{FF2B5EF4-FFF2-40B4-BE49-F238E27FC236}">
                <a16:creationId xmlns:a16="http://schemas.microsoft.com/office/drawing/2014/main" id="{17EF49CA-8CAC-FA60-59EA-2FD5D13852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7149" y="4591050"/>
            <a:ext cx="5562600" cy="5562600"/>
          </a:xfrm>
          <a:prstGeom prst="rect">
            <a:avLst/>
          </a:prstGeom>
        </p:spPr>
      </p:pic>
      <p:pic>
        <p:nvPicPr>
          <p:cNvPr id="5" name="Graphique 4" descr="Porte fermée avec un remplissage uni">
            <a:extLst>
              <a:ext uri="{FF2B5EF4-FFF2-40B4-BE49-F238E27FC236}">
                <a16:creationId xmlns:a16="http://schemas.microsoft.com/office/drawing/2014/main" id="{184ACBDA-12BC-A3E3-063D-B44C6D8462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390398" y="4650205"/>
            <a:ext cx="5562600" cy="5562600"/>
          </a:xfrm>
          <a:prstGeom prst="rect">
            <a:avLst/>
          </a:prstGeom>
        </p:spPr>
      </p:pic>
      <p:sp>
        <p:nvSpPr>
          <p:cNvPr id="2" name="Flèche : haut 1">
            <a:extLst>
              <a:ext uri="{FF2B5EF4-FFF2-40B4-BE49-F238E27FC236}">
                <a16:creationId xmlns:a16="http://schemas.microsoft.com/office/drawing/2014/main" id="{FFBFD59C-826B-3598-AA0E-24E54285AE4B}"/>
              </a:ext>
            </a:extLst>
          </p:cNvPr>
          <p:cNvSpPr/>
          <p:nvPr/>
        </p:nvSpPr>
        <p:spPr>
          <a:xfrm>
            <a:off x="5397500" y="10763250"/>
            <a:ext cx="1828800" cy="3200400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4736160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CE591-553F-AC25-1FAB-3E9256EC1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que 5" descr="Porte ouverte avec un remplissage uni">
            <a:extLst>
              <a:ext uri="{FF2B5EF4-FFF2-40B4-BE49-F238E27FC236}">
                <a16:creationId xmlns:a16="http://schemas.microsoft.com/office/drawing/2014/main" id="{BE95E779-3D46-F0ED-54AD-0DFADD9B6B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79091" y="4502147"/>
            <a:ext cx="5858715" cy="5858715"/>
          </a:xfrm>
          <a:prstGeom prst="rect">
            <a:avLst/>
          </a:prstGeom>
        </p:spPr>
      </p:pic>
      <p:pic>
        <p:nvPicPr>
          <p:cNvPr id="4" name="Graphique 3" descr="Porte fermée avec un remplissage uni">
            <a:extLst>
              <a:ext uri="{FF2B5EF4-FFF2-40B4-BE49-F238E27FC236}">
                <a16:creationId xmlns:a16="http://schemas.microsoft.com/office/drawing/2014/main" id="{D12FFEFE-4D9D-4CC2-764C-07D0297C32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47944" y="4527213"/>
            <a:ext cx="5562600" cy="5562600"/>
          </a:xfrm>
          <a:prstGeom prst="rect">
            <a:avLst/>
          </a:prstGeom>
        </p:spPr>
      </p:pic>
      <p:pic>
        <p:nvPicPr>
          <p:cNvPr id="5" name="Graphique 4" descr="Porte fermée avec un remplissage uni">
            <a:extLst>
              <a:ext uri="{FF2B5EF4-FFF2-40B4-BE49-F238E27FC236}">
                <a16:creationId xmlns:a16="http://schemas.microsoft.com/office/drawing/2014/main" id="{97CEA8FA-FF7C-2D12-7649-0487A74566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90398" y="4650205"/>
            <a:ext cx="5562600" cy="55626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DA4D21E-6F29-12E5-B3CF-A112586342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835" y="10458450"/>
            <a:ext cx="2753225" cy="2753225"/>
          </a:xfrm>
          <a:prstGeom prst="rect">
            <a:avLst/>
          </a:prstGeom>
        </p:spPr>
      </p:pic>
      <p:sp>
        <p:nvSpPr>
          <p:cNvPr id="2" name="Flèche : haut 1">
            <a:extLst>
              <a:ext uri="{FF2B5EF4-FFF2-40B4-BE49-F238E27FC236}">
                <a16:creationId xmlns:a16="http://schemas.microsoft.com/office/drawing/2014/main" id="{99E1C258-6FF1-9789-61EC-29F1CA861EB7}"/>
              </a:ext>
            </a:extLst>
          </p:cNvPr>
          <p:cNvSpPr/>
          <p:nvPr/>
        </p:nvSpPr>
        <p:spPr>
          <a:xfrm>
            <a:off x="4514844" y="10991850"/>
            <a:ext cx="1828800" cy="3200400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79810434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1637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Personnalisé</PresentationFormat>
  <Paragraphs>2</Paragraphs>
  <Slides>81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81</vt:i4>
      </vt:variant>
    </vt:vector>
  </HeadingPairs>
  <TitlesOfParts>
    <vt:vector size="84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Enseignant edu</dc:creator>
  <cp:lastModifiedBy>Minh-Phuong Tran</cp:lastModifiedBy>
  <cp:revision>3</cp:revision>
  <dcterms:created xsi:type="dcterms:W3CDTF">2006-08-16T00:00:00Z</dcterms:created>
  <dcterms:modified xsi:type="dcterms:W3CDTF">2026-03-27T07:21:47Z</dcterms:modified>
</cp:coreProperties>
</file>