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97"/>
  </p:notesMasterIdLst>
  <p:sldIdLst>
    <p:sldId id="256" r:id="rId3"/>
    <p:sldId id="283" r:id="rId4"/>
    <p:sldId id="285" r:id="rId5"/>
    <p:sldId id="258" r:id="rId6"/>
    <p:sldId id="286" r:id="rId7"/>
    <p:sldId id="394" r:id="rId8"/>
    <p:sldId id="308" r:id="rId9"/>
    <p:sldId id="257" r:id="rId10"/>
    <p:sldId id="309" r:id="rId11"/>
    <p:sldId id="362" r:id="rId12"/>
    <p:sldId id="341" r:id="rId13"/>
    <p:sldId id="360" r:id="rId14"/>
    <p:sldId id="361" r:id="rId15"/>
    <p:sldId id="346" r:id="rId16"/>
    <p:sldId id="342" r:id="rId17"/>
    <p:sldId id="349" r:id="rId18"/>
    <p:sldId id="343" r:id="rId19"/>
    <p:sldId id="344" r:id="rId20"/>
    <p:sldId id="345" r:id="rId21"/>
    <p:sldId id="347" r:id="rId22"/>
    <p:sldId id="310" r:id="rId23"/>
    <p:sldId id="350" r:id="rId24"/>
    <p:sldId id="351" r:id="rId25"/>
    <p:sldId id="352" r:id="rId26"/>
    <p:sldId id="353" r:id="rId27"/>
    <p:sldId id="354" r:id="rId28"/>
    <p:sldId id="356" r:id="rId29"/>
    <p:sldId id="311" r:id="rId30"/>
    <p:sldId id="312" r:id="rId31"/>
    <p:sldId id="313" r:id="rId32"/>
    <p:sldId id="357" r:id="rId33"/>
    <p:sldId id="358" r:id="rId34"/>
    <p:sldId id="363" r:id="rId35"/>
    <p:sldId id="314" r:id="rId36"/>
    <p:sldId id="315" r:id="rId37"/>
    <p:sldId id="316" r:id="rId38"/>
    <p:sldId id="317" r:id="rId39"/>
    <p:sldId id="318" r:id="rId40"/>
    <p:sldId id="319" r:id="rId41"/>
    <p:sldId id="364" r:id="rId42"/>
    <p:sldId id="368" r:id="rId43"/>
    <p:sldId id="369" r:id="rId44"/>
    <p:sldId id="366" r:id="rId45"/>
    <p:sldId id="365" r:id="rId46"/>
    <p:sldId id="320" r:id="rId47"/>
    <p:sldId id="321" r:id="rId48"/>
    <p:sldId id="322" r:id="rId49"/>
    <p:sldId id="323" r:id="rId50"/>
    <p:sldId id="324" r:id="rId51"/>
    <p:sldId id="325" r:id="rId52"/>
    <p:sldId id="395" r:id="rId53"/>
    <p:sldId id="396" r:id="rId54"/>
    <p:sldId id="326" r:id="rId55"/>
    <p:sldId id="327" r:id="rId56"/>
    <p:sldId id="370" r:id="rId57"/>
    <p:sldId id="371" r:id="rId58"/>
    <p:sldId id="372" r:id="rId59"/>
    <p:sldId id="374" r:id="rId60"/>
    <p:sldId id="373" r:id="rId61"/>
    <p:sldId id="328" r:id="rId62"/>
    <p:sldId id="397" r:id="rId63"/>
    <p:sldId id="398" r:id="rId64"/>
    <p:sldId id="329" r:id="rId65"/>
    <p:sldId id="330" r:id="rId66"/>
    <p:sldId id="332" r:id="rId67"/>
    <p:sldId id="375" r:id="rId68"/>
    <p:sldId id="376" r:id="rId69"/>
    <p:sldId id="377" r:id="rId70"/>
    <p:sldId id="379" r:id="rId71"/>
    <p:sldId id="378" r:id="rId72"/>
    <p:sldId id="331" r:id="rId73"/>
    <p:sldId id="399" r:id="rId74"/>
    <p:sldId id="400" r:id="rId75"/>
    <p:sldId id="333" r:id="rId76"/>
    <p:sldId id="334" r:id="rId77"/>
    <p:sldId id="380" r:id="rId78"/>
    <p:sldId id="381" r:id="rId79"/>
    <p:sldId id="383" r:id="rId80"/>
    <p:sldId id="384" r:id="rId81"/>
    <p:sldId id="385" r:id="rId82"/>
    <p:sldId id="386" r:id="rId83"/>
    <p:sldId id="335" r:id="rId84"/>
    <p:sldId id="336" r:id="rId85"/>
    <p:sldId id="337" r:id="rId86"/>
    <p:sldId id="338" r:id="rId87"/>
    <p:sldId id="339" r:id="rId88"/>
    <p:sldId id="340" r:id="rId89"/>
    <p:sldId id="387" r:id="rId90"/>
    <p:sldId id="388" r:id="rId91"/>
    <p:sldId id="389" r:id="rId92"/>
    <p:sldId id="390" r:id="rId93"/>
    <p:sldId id="391" r:id="rId94"/>
    <p:sldId id="392" r:id="rId95"/>
    <p:sldId id="393" r:id="rId96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 varScale="1">
        <p:scale>
          <a:sx n="60" d="100"/>
          <a:sy n="60" d="100"/>
        </p:scale>
        <p:origin x="86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76" Type="http://schemas.openxmlformats.org/officeDocument/2006/relationships/slide" Target="slides/slide74.xml"/><Relationship Id="rId84" Type="http://schemas.openxmlformats.org/officeDocument/2006/relationships/slide" Target="slides/slide82.xml"/><Relationship Id="rId89" Type="http://schemas.openxmlformats.org/officeDocument/2006/relationships/slide" Target="slides/slide87.xml"/><Relationship Id="rId97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92" Type="http://schemas.openxmlformats.org/officeDocument/2006/relationships/slide" Target="slides/slide90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66" Type="http://schemas.openxmlformats.org/officeDocument/2006/relationships/slide" Target="slides/slide64.xml"/><Relationship Id="rId74" Type="http://schemas.openxmlformats.org/officeDocument/2006/relationships/slide" Target="slides/slide72.xml"/><Relationship Id="rId79" Type="http://schemas.openxmlformats.org/officeDocument/2006/relationships/slide" Target="slides/slide77.xml"/><Relationship Id="rId87" Type="http://schemas.openxmlformats.org/officeDocument/2006/relationships/slide" Target="slides/slide85.xml"/><Relationship Id="rId5" Type="http://schemas.openxmlformats.org/officeDocument/2006/relationships/slide" Target="slides/slide3.xml"/><Relationship Id="rId61" Type="http://schemas.openxmlformats.org/officeDocument/2006/relationships/slide" Target="slides/slide59.xml"/><Relationship Id="rId82" Type="http://schemas.openxmlformats.org/officeDocument/2006/relationships/slide" Target="slides/slide80.xml"/><Relationship Id="rId90" Type="http://schemas.openxmlformats.org/officeDocument/2006/relationships/slide" Target="slides/slide88.xml"/><Relationship Id="rId95" Type="http://schemas.openxmlformats.org/officeDocument/2006/relationships/slide" Target="slides/slide93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77" Type="http://schemas.openxmlformats.org/officeDocument/2006/relationships/slide" Target="slides/slide75.xml"/><Relationship Id="rId100" Type="http://schemas.openxmlformats.org/officeDocument/2006/relationships/theme" Target="theme/theme1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80" Type="http://schemas.openxmlformats.org/officeDocument/2006/relationships/slide" Target="slides/slide78.xml"/><Relationship Id="rId85" Type="http://schemas.openxmlformats.org/officeDocument/2006/relationships/slide" Target="slides/slide83.xml"/><Relationship Id="rId93" Type="http://schemas.openxmlformats.org/officeDocument/2006/relationships/slide" Target="slides/slide91.xml"/><Relationship Id="rId98" Type="http://schemas.openxmlformats.org/officeDocument/2006/relationships/presProps" Target="presProps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83" Type="http://schemas.openxmlformats.org/officeDocument/2006/relationships/slide" Target="slides/slide81.xml"/><Relationship Id="rId88" Type="http://schemas.openxmlformats.org/officeDocument/2006/relationships/slide" Target="slides/slide86.xml"/><Relationship Id="rId91" Type="http://schemas.openxmlformats.org/officeDocument/2006/relationships/slide" Target="slides/slide89.xml"/><Relationship Id="rId96" Type="http://schemas.openxmlformats.org/officeDocument/2006/relationships/slide" Target="slides/slide9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81" Type="http://schemas.openxmlformats.org/officeDocument/2006/relationships/slide" Target="slides/slide79.xml"/><Relationship Id="rId86" Type="http://schemas.openxmlformats.org/officeDocument/2006/relationships/slide" Target="slides/slide84.xml"/><Relationship Id="rId94" Type="http://schemas.openxmlformats.org/officeDocument/2006/relationships/slide" Target="slides/slide92.xml"/><Relationship Id="rId99" Type="http://schemas.openxmlformats.org/officeDocument/2006/relationships/viewProps" Target="viewProps.xml"/><Relationship Id="rId101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79A111-609C-47FB-A85C-253157D59CBA}" type="datetimeFigureOut">
              <a:rPr lang="fr-BE" smtClean="0"/>
              <a:t>16-03-26</a:t>
            </a:fld>
            <a:endParaRPr lang="fr-BE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BE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269FC8-9F42-42E0-B573-2051772DE61B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41179631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BE" dirty="0"/>
              <a:t>Distance à un point égale à la distance à un cercle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269FC8-9F42-42E0-B573-2051772DE61B}" type="slidenum">
              <a:rPr lang="fr-BE" smtClean="0"/>
              <a:t>16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7300194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BE" dirty="0"/>
              <a:t>2 branches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269FC8-9F42-42E0-B573-2051772DE61B}" type="slidenum">
              <a:rPr lang="fr-BE" smtClean="0"/>
              <a:t>20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4521935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269FC8-9F42-42E0-B573-2051772DE61B}" type="slidenum">
              <a:rPr lang="fr-BE" smtClean="0"/>
              <a:t>24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3208175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BE" dirty="0"/>
              <a:t>FIN : 8h40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269FC8-9F42-42E0-B573-2051772DE61B}" type="slidenum">
              <a:rPr lang="fr-BE" smtClean="0"/>
              <a:t>45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2851536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BE" dirty="0"/>
              <a:t>FIN : 8h40</a:t>
            </a:r>
          </a:p>
          <a:p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269FC8-9F42-42E0-B573-2051772DE61B}" type="slidenum">
              <a:rPr lang="fr-BE" smtClean="0"/>
              <a:t>46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16411003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BE" dirty="0"/>
              <a:t>FIN : 8h40</a:t>
            </a:r>
          </a:p>
          <a:p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269FC8-9F42-42E0-B573-2051772DE61B}" type="slidenum">
              <a:rPr lang="fr-BE" smtClean="0"/>
              <a:t>47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48830338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BE" dirty="0"/>
              <a:t>FIN : 8h40</a:t>
            </a:r>
          </a:p>
          <a:p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269FC8-9F42-42E0-B573-2051772DE61B}" type="slidenum">
              <a:rPr lang="fr-BE" smtClean="0"/>
              <a:t>48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55513312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BE" dirty="0"/>
              <a:t>FIN : 8h50</a:t>
            </a:r>
          </a:p>
          <a:p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269FC8-9F42-42E0-B573-2051772DE61B}" type="slidenum">
              <a:rPr lang="fr-BE" smtClean="0"/>
              <a:t>49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89992496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BE" dirty="0"/>
              <a:t>FIN : 9h20</a:t>
            </a:r>
          </a:p>
          <a:p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269FC8-9F42-42E0-B573-2051772DE61B}" type="slidenum">
              <a:rPr lang="fr-BE" smtClean="0"/>
              <a:t>50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73342735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BE" dirty="0"/>
              <a:t>FIN : 9h30</a:t>
            </a:r>
          </a:p>
          <a:p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269FC8-9F42-42E0-B573-2051772DE61B}" type="slidenum">
              <a:rPr lang="fr-BE" smtClean="0"/>
              <a:t>53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04169547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BE" dirty="0"/>
              <a:t>FIN : 9h30</a:t>
            </a:r>
          </a:p>
          <a:p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269FC8-9F42-42E0-B573-2051772DE61B}" type="slidenum">
              <a:rPr lang="fr-BE" smtClean="0"/>
              <a:t>54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68965026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BE" dirty="0"/>
              <a:t>FIN : 9h30</a:t>
            </a:r>
          </a:p>
          <a:p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269FC8-9F42-42E0-B573-2051772DE61B}" type="slidenum">
              <a:rPr lang="fr-BE" smtClean="0"/>
              <a:t>55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07783038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BE" dirty="0"/>
              <a:t>FIN : 9h30</a:t>
            </a:r>
          </a:p>
          <a:p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269FC8-9F42-42E0-B573-2051772DE61B}" type="slidenum">
              <a:rPr lang="fr-BE" smtClean="0"/>
              <a:t>56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98679736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BE" dirty="0"/>
              <a:t>FIN : 9h30</a:t>
            </a:r>
          </a:p>
          <a:p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269FC8-9F42-42E0-B573-2051772DE61B}" type="slidenum">
              <a:rPr lang="fr-BE" smtClean="0"/>
              <a:t>57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87841723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BE" dirty="0"/>
              <a:t>FIN : 9h30</a:t>
            </a:r>
          </a:p>
          <a:p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269FC8-9F42-42E0-B573-2051772DE61B}" type="slidenum">
              <a:rPr lang="fr-BE" smtClean="0"/>
              <a:t>58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91960382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BE" dirty="0"/>
              <a:t>FIN : 9h30</a:t>
            </a:r>
          </a:p>
          <a:p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269FC8-9F42-42E0-B573-2051772DE61B}" type="slidenum">
              <a:rPr lang="fr-BE" smtClean="0"/>
              <a:t>59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1888488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BE" dirty="0"/>
              <a:t>FIN : 9h30</a:t>
            </a:r>
          </a:p>
          <a:p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269FC8-9F42-42E0-B573-2051772DE61B}" type="slidenum">
              <a:rPr lang="fr-BE" smtClean="0"/>
              <a:t>60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44418239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BE" dirty="0"/>
              <a:t>FIN : 9h40</a:t>
            </a:r>
          </a:p>
          <a:p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269FC8-9F42-42E0-B573-2051772DE61B}" type="slidenum">
              <a:rPr lang="fr-BE" smtClean="0"/>
              <a:t>63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38610166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BE" dirty="0"/>
              <a:t>FIN : 9h40</a:t>
            </a:r>
          </a:p>
          <a:p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269FC8-9F42-42E0-B573-2051772DE61B}" type="slidenum">
              <a:rPr lang="fr-BE" smtClean="0"/>
              <a:t>64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92640661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BE" dirty="0"/>
              <a:t>FIN : 9h40</a:t>
            </a:r>
          </a:p>
          <a:p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269FC8-9F42-42E0-B573-2051772DE61B}" type="slidenum">
              <a:rPr lang="fr-BE" smtClean="0"/>
              <a:t>65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425325044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BE" dirty="0"/>
              <a:t>FIN : 9h40</a:t>
            </a:r>
          </a:p>
          <a:p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269FC8-9F42-42E0-B573-2051772DE61B}" type="slidenum">
              <a:rPr lang="fr-BE" smtClean="0"/>
              <a:t>66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83068008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BE" dirty="0"/>
              <a:t>FIN : 9h40</a:t>
            </a:r>
          </a:p>
          <a:p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269FC8-9F42-42E0-B573-2051772DE61B}" type="slidenum">
              <a:rPr lang="fr-BE" smtClean="0"/>
              <a:t>67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07276912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BE" dirty="0"/>
              <a:t>FIN : 9h40</a:t>
            </a:r>
          </a:p>
          <a:p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269FC8-9F42-42E0-B573-2051772DE61B}" type="slidenum">
              <a:rPr lang="fr-BE" smtClean="0"/>
              <a:t>68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15039713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BE" dirty="0"/>
              <a:t>FIN : 9h40</a:t>
            </a:r>
          </a:p>
          <a:p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269FC8-9F42-42E0-B573-2051772DE61B}" type="slidenum">
              <a:rPr lang="fr-BE" smtClean="0"/>
              <a:t>69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56232519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BE" dirty="0"/>
              <a:t>FIN : 9h40</a:t>
            </a:r>
          </a:p>
          <a:p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269FC8-9F42-42E0-B573-2051772DE61B}" type="slidenum">
              <a:rPr lang="fr-BE" smtClean="0"/>
              <a:t>70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415977369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BE" dirty="0"/>
              <a:t>FIN : 9h40</a:t>
            </a:r>
          </a:p>
          <a:p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269FC8-9F42-42E0-B573-2051772DE61B}" type="slidenum">
              <a:rPr lang="fr-BE" smtClean="0"/>
              <a:t>71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23258256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BE" dirty="0"/>
              <a:t>FIN : 9h50</a:t>
            </a:r>
          </a:p>
          <a:p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269FC8-9F42-42E0-B573-2051772DE61B}" type="slidenum">
              <a:rPr lang="fr-BE" smtClean="0"/>
              <a:t>74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427760922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BE" dirty="0"/>
              <a:t>FIN : 9h50</a:t>
            </a:r>
          </a:p>
          <a:p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269FC8-9F42-42E0-B573-2051772DE61B}" type="slidenum">
              <a:rPr lang="fr-BE" smtClean="0"/>
              <a:t>75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52118657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BE" dirty="0"/>
              <a:t>FIN : 9h50</a:t>
            </a:r>
          </a:p>
          <a:p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269FC8-9F42-42E0-B573-2051772DE61B}" type="slidenum">
              <a:rPr lang="fr-BE" smtClean="0"/>
              <a:t>76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9921145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BE" dirty="0"/>
              <a:t>FIN : 9h50</a:t>
            </a:r>
          </a:p>
          <a:p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269FC8-9F42-42E0-B573-2051772DE61B}" type="slidenum">
              <a:rPr lang="fr-BE" smtClean="0"/>
              <a:t>77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9125446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BE" dirty="0"/>
              <a:t>FIN : 9h50</a:t>
            </a:r>
          </a:p>
          <a:p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269FC8-9F42-42E0-B573-2051772DE61B}" type="slidenum">
              <a:rPr lang="fr-BE" smtClean="0"/>
              <a:t>82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64097222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BE" dirty="0"/>
              <a:t>10h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269FC8-9F42-42E0-B573-2051772DE61B}" type="slidenum">
              <a:rPr lang="fr-BE" smtClean="0"/>
              <a:t>83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03602697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BE" dirty="0"/>
              <a:t>10h</a:t>
            </a:r>
          </a:p>
          <a:p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269FC8-9F42-42E0-B573-2051772DE61B}" type="slidenum">
              <a:rPr lang="fr-BE" smtClean="0"/>
              <a:t>84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048941902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BE" dirty="0"/>
              <a:t>10h</a:t>
            </a:r>
          </a:p>
          <a:p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269FC8-9F42-42E0-B573-2051772DE61B}" type="slidenum">
              <a:rPr lang="fr-BE" smtClean="0"/>
              <a:t>85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016221553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BE" dirty="0"/>
              <a:t>10h</a:t>
            </a:r>
          </a:p>
          <a:p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269FC8-9F42-42E0-B573-2051772DE61B}" type="slidenum">
              <a:rPr lang="fr-BE" smtClean="0"/>
              <a:t>86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3847759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BE" dirty="0"/>
              <a:t>10h</a:t>
            </a:r>
          </a:p>
          <a:p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269FC8-9F42-42E0-B573-2051772DE61B}" type="slidenum">
              <a:rPr lang="fr-BE" smtClean="0"/>
              <a:t>87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4107200679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BE" dirty="0"/>
              <a:t>10h</a:t>
            </a:r>
          </a:p>
          <a:p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269FC8-9F42-42E0-B573-2051772DE61B}" type="slidenum">
              <a:rPr lang="fr-BE" smtClean="0"/>
              <a:t>88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914113489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BE" dirty="0"/>
              <a:t>10h</a:t>
            </a:r>
          </a:p>
          <a:p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269FC8-9F42-42E0-B573-2051772DE61B}" type="slidenum">
              <a:rPr lang="fr-BE" smtClean="0"/>
              <a:t>89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26835996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BE" dirty="0"/>
              <a:t>10h10</a:t>
            </a:r>
          </a:p>
          <a:p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269FC8-9F42-42E0-B573-2051772DE61B}" type="slidenum">
              <a:rPr lang="fr-BE" smtClean="0"/>
              <a:t>90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77418833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BE" dirty="0"/>
              <a:t>10h10</a:t>
            </a:r>
          </a:p>
          <a:p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269FC8-9F42-42E0-B573-2051772DE61B}" type="slidenum">
              <a:rPr lang="fr-BE" smtClean="0"/>
              <a:t>91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309887146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BE" dirty="0"/>
              <a:t>10h10</a:t>
            </a:r>
          </a:p>
          <a:p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269FC8-9F42-42E0-B573-2051772DE61B}" type="slidenum">
              <a:rPr lang="fr-BE" smtClean="0"/>
              <a:t>92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3703770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130B723-9DF3-C610-DCAA-983A186A46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41422EC4-D684-FD20-FAD7-A778041BB6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fr-BE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8DA1407-AA32-93A8-D409-A4171D112A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E472FC-725B-4EE1-8E60-D98B5CD01CC3}" type="datetimeFigureOut">
              <a:rPr lang="fr-BE" smtClean="0"/>
              <a:t>16-03-26</a:t>
            </a:fld>
            <a:endParaRPr lang="fr-BE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A8FCBD0-1FCF-3BF3-EBA6-F59917887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B67D900-A04B-C67C-502C-3ACA871737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760F4-51DA-416C-AC96-A33379A20879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7196329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AB69D63-07D3-187D-CC5D-470062A9D6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FBA8A73-7817-9F59-E716-96C80E57A2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4999D93-D0D7-6E3E-5E32-36945EA697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E472FC-725B-4EE1-8E60-D98B5CD01CC3}" type="datetimeFigureOut">
              <a:rPr lang="fr-BE" smtClean="0"/>
              <a:t>16-03-26</a:t>
            </a:fld>
            <a:endParaRPr lang="fr-BE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7201606-0806-D558-1D6B-197B8EA666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7366C37-2B3C-F30C-CE9B-6167AE1D59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760F4-51DA-416C-AC96-A33379A20879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9266543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06B4DEF-997B-0D40-26D3-8AF086B42A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A81F15C-AB31-FC05-FA28-3FC7809CB7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AB72DC0-5693-D25E-FF23-A752AC819F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E472FC-725B-4EE1-8E60-D98B5CD01CC3}" type="datetimeFigureOut">
              <a:rPr lang="fr-BE" smtClean="0"/>
              <a:t>16-03-26</a:t>
            </a:fld>
            <a:endParaRPr lang="fr-BE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CAC7D7C-390B-6B4B-A0AF-947A64C1B8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D20C78E-E22E-EF62-5030-1E4D4F5A09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760F4-51DA-416C-AC96-A33379A20879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5493993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54ED564-1D0E-1750-CD93-5F0159D87B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5E780A3-1F17-B984-CB20-430A7B75B1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9F1B76AE-4521-61C8-68A0-9D734A7C08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47D2D38-A5D5-E283-99DC-214D929E51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E472FC-725B-4EE1-8E60-D98B5CD01CC3}" type="datetimeFigureOut">
              <a:rPr lang="fr-BE" smtClean="0"/>
              <a:t>16-03-26</a:t>
            </a:fld>
            <a:endParaRPr lang="fr-BE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0883F1F-9C7C-42BC-D305-49A91D57D4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1BAB82D-A13F-90CC-7A74-8EDE55B998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760F4-51DA-416C-AC96-A33379A20879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5226431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4F5012A-B0E4-867B-4F84-3700A313A2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172CC1E-7B4D-FD48-4D5F-DA11C632B2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54681403-E62F-965C-FFEA-7DC9EBE807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B6D1952D-FED1-4FFF-CFD3-8E2EE8EF09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AD3CB5D6-C8A2-B84E-ED32-0FA71A25041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53167B2E-4ED9-D7B7-7C91-513819E03F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E472FC-725B-4EE1-8E60-D98B5CD01CC3}" type="datetimeFigureOut">
              <a:rPr lang="fr-BE" smtClean="0"/>
              <a:t>16-03-26</a:t>
            </a:fld>
            <a:endParaRPr lang="fr-BE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AC216DDE-5C2E-A494-94D2-8480870818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3944F09B-3556-CF9C-5DA3-B96CF01D97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760F4-51DA-416C-AC96-A33379A20879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8371666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2E8D98D-9B38-6D9B-96F7-20DDABAEE2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1E15C73F-5E44-288A-882C-D84F3EAE83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E472FC-725B-4EE1-8E60-D98B5CD01CC3}" type="datetimeFigureOut">
              <a:rPr lang="fr-BE" smtClean="0"/>
              <a:t>16-03-26</a:t>
            </a:fld>
            <a:endParaRPr lang="fr-BE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13C18C2D-50BD-D564-1B27-4E974AD8B5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A0316E2A-69CC-578F-7B39-8FEFFA9C57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760F4-51DA-416C-AC96-A33379A20879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4335276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3486E86D-93A1-5736-C884-0558D77A74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E472FC-725B-4EE1-8E60-D98B5CD01CC3}" type="datetimeFigureOut">
              <a:rPr lang="fr-BE" smtClean="0"/>
              <a:t>16-03-26</a:t>
            </a:fld>
            <a:endParaRPr lang="fr-BE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0055B3E7-AB04-CD2A-1A5E-FFB8C21EBD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43D29E4-6767-FD60-EEB3-C71DCB37CF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760F4-51DA-416C-AC96-A33379A20879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7194311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B861F67-23C7-AD71-BC09-5FF4981B0B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1456386-8D4A-BDBF-CEDF-D3DC4CC911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00B54204-5282-DFB6-0B38-0AF0274488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C7F007B9-36EF-7B45-27DF-F4D7D18BF9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E472FC-725B-4EE1-8E60-D98B5CD01CC3}" type="datetimeFigureOut">
              <a:rPr lang="fr-BE" smtClean="0"/>
              <a:t>16-03-26</a:t>
            </a:fld>
            <a:endParaRPr lang="fr-BE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0E12F04-DCCA-C0E9-6597-B19922F2C3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E23DF78D-9B76-2362-DE1B-634DACD776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760F4-51DA-416C-AC96-A33379A20879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42522286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1187564-E412-E5CA-ADD2-3E942B688C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688D5FB5-2399-FA6C-92CD-E8D745DAE4B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B5161288-ED84-7EB3-CFEB-27652CEC42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CFEEE96-1A70-7B69-0285-19CE4ADEA0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E472FC-725B-4EE1-8E60-D98B5CD01CC3}" type="datetimeFigureOut">
              <a:rPr lang="fr-BE" smtClean="0"/>
              <a:t>16-03-26</a:t>
            </a:fld>
            <a:endParaRPr lang="fr-BE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383B0E5-37C6-84FB-58CF-B65898D346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6F3AD978-165C-FC07-A0A4-AD24EFBAEF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760F4-51DA-416C-AC96-A33379A20879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7445657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0B6940F-47A0-AB15-2CBC-9A923D28AF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0041ECE9-0540-8E12-4467-743028F4D8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62731C1-C874-123C-9D4E-ED293D8CAE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E472FC-725B-4EE1-8E60-D98B5CD01CC3}" type="datetimeFigureOut">
              <a:rPr lang="fr-BE" smtClean="0"/>
              <a:t>16-03-26</a:t>
            </a:fld>
            <a:endParaRPr lang="fr-BE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70997FC-5E2F-47D9-96CD-054C7CEBFA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70585DF-FB42-E42F-DF8E-1CFD304A3C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760F4-51DA-416C-AC96-A33379A20879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9041601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D0D2A5C2-33E4-6D2E-20C5-D1244ED7E75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19295A0F-B95E-93F6-B778-31B7B5A018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94A9199-34C6-5392-D2F8-80DD8D33E0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E472FC-725B-4EE1-8E60-D98B5CD01CC3}" type="datetimeFigureOut">
              <a:rPr lang="fr-BE" smtClean="0"/>
              <a:t>16-03-26</a:t>
            </a:fld>
            <a:endParaRPr lang="fr-BE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7851261-7A1F-3BF1-6AB8-843BD7CA7D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A3B0B6E-C53D-394C-D6F9-6E6BDB102F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760F4-51DA-416C-AC96-A33379A20879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19917969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AB72392-BDA1-8816-0286-9F89D87E12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D884BC22-A7EE-32F7-37C7-439E977D88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fr-BE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FD06D3D-DF1F-B2CC-2AF2-861E6CBC8E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C1560-C803-46E2-A186-D4227662A004}" type="datetimeFigureOut">
              <a:rPr lang="fr-BE" smtClean="0"/>
              <a:t>16-03-26</a:t>
            </a:fld>
            <a:endParaRPr lang="fr-BE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82676AB-6922-C0C2-5077-0C74223921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FE9AF63-7776-E571-4A61-8B1AE2F7C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32352-526A-4EC5-B7B8-7126CF0C6595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18965022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FF4F65D-5782-8435-F31D-D9CEB37F89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CEA9E89-990C-63EB-A8BE-77C05DBF8C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79246FB-8F85-539B-D197-16BDB467D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C1560-C803-46E2-A186-D4227662A004}" type="datetimeFigureOut">
              <a:rPr lang="fr-BE" smtClean="0"/>
              <a:t>16-03-26</a:t>
            </a:fld>
            <a:endParaRPr lang="fr-BE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411B225-01DF-4D98-EA0D-22AE3FFA07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974F83A-262B-A72F-67D1-5E3700E3AE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32352-526A-4EC5-B7B8-7126CF0C6595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99225421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4F96213-4FF4-07E0-EEE9-7D3A473267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341BE18-8C2B-3D44-F124-8536D209A6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EADD335-B950-8222-06B6-350B0F3598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C1560-C803-46E2-A186-D4227662A004}" type="datetimeFigureOut">
              <a:rPr lang="fr-BE" smtClean="0"/>
              <a:t>16-03-26</a:t>
            </a:fld>
            <a:endParaRPr lang="fr-BE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BB44B5D-5450-CE6E-F1FC-2BD4BB127D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173EE5D-2BFD-581D-ABCF-252C7E3E55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32352-526A-4EC5-B7B8-7126CF0C6595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71650252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EEF2538-314F-E4E3-F644-11616C3DD7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DD8FF03-E6ED-8CC1-E1D7-54D7ED748A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0F21658D-09C8-B90B-23CC-449121F08D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41B2B0D5-7952-DE2B-2295-85CE4F2CFC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C1560-C803-46E2-A186-D4227662A004}" type="datetimeFigureOut">
              <a:rPr lang="fr-BE" smtClean="0"/>
              <a:t>16-03-26</a:t>
            </a:fld>
            <a:endParaRPr lang="fr-BE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8E35A7C-8198-82B7-7527-0F732B49DB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ED22011-4F66-244F-5B8A-3B3DE306D2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32352-526A-4EC5-B7B8-7126CF0C6595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75178792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8905E6A-82B1-355B-D75B-4161DAE5D5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587A97D-D8CC-02ED-3AE7-A9E39E0559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899DFDE2-99B9-E66A-1BD4-CDE90C9C77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3ADE0AA1-CCCB-E443-9652-01CBB547A8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270AE589-B679-9ABD-2C68-F46C8A970F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ECF6C78D-3E8C-E07A-F7F5-6F5B4AEBC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C1560-C803-46E2-A186-D4227662A004}" type="datetimeFigureOut">
              <a:rPr lang="fr-BE" smtClean="0"/>
              <a:t>16-03-26</a:t>
            </a:fld>
            <a:endParaRPr lang="fr-BE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F1E574DB-8D27-6ACD-C25D-24FB6A7D5B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3B77E368-6C55-50B8-21F0-7577B36021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32352-526A-4EC5-B7B8-7126CF0C6595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33468047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1E42ED3-D40D-654F-0A35-69BEC2D382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9BD38C18-8C96-BC81-0E24-C422D036B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C1560-C803-46E2-A186-D4227662A004}" type="datetimeFigureOut">
              <a:rPr lang="fr-BE" smtClean="0"/>
              <a:t>16-03-26</a:t>
            </a:fld>
            <a:endParaRPr lang="fr-BE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2F18D005-39DD-D6F5-3A99-5E93330C93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4946A895-256A-9023-4209-E99F10765F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32352-526A-4EC5-B7B8-7126CF0C6595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413538086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2040706A-8A50-8AF9-D7BD-02BE0778A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C1560-C803-46E2-A186-D4227662A004}" type="datetimeFigureOut">
              <a:rPr lang="fr-BE" smtClean="0"/>
              <a:t>16-03-26</a:t>
            </a:fld>
            <a:endParaRPr lang="fr-BE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C557E14E-19C0-70A0-18D2-4C97286FD6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C51E546-A711-041A-E841-D384AD4DF9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32352-526A-4EC5-B7B8-7126CF0C6595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84481575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11CB076-187E-616C-980A-2074160849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87FF507-9D1B-8916-9C40-FB919B379C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A0ED2F98-73E2-E17D-2B2F-EBDF6267E8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38FD52D7-4DCB-E416-8F36-335A9AF125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C1560-C803-46E2-A186-D4227662A004}" type="datetimeFigureOut">
              <a:rPr lang="fr-BE" smtClean="0"/>
              <a:t>16-03-26</a:t>
            </a:fld>
            <a:endParaRPr lang="fr-BE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A236B060-FA05-4605-CBBA-594348264C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51E521C5-6C48-8474-79B7-94BEBD946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32352-526A-4EC5-B7B8-7126CF0C6595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97201134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983B303-1A6C-930E-DF50-674C27E1FE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11617871-800E-30A8-C81F-B4E108C2CB1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4DC0BE93-84AC-CF88-0AC1-CBA33BC262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B92B28D5-25FB-B280-78CC-4464367853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C1560-C803-46E2-A186-D4227662A004}" type="datetimeFigureOut">
              <a:rPr lang="fr-BE" smtClean="0"/>
              <a:t>16-03-26</a:t>
            </a:fld>
            <a:endParaRPr lang="fr-BE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0F2B87F5-C26E-B9B4-111E-AC9D293939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4062D0B-A461-8888-58FA-49518384E3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32352-526A-4EC5-B7B8-7126CF0C6595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92317418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794B76B-1B04-AAB6-2771-A24269602A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7FFAF548-37AE-206B-FFA0-ADF442CE59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71BF721-C270-61AD-54AC-EAB1F3D94E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C1560-C803-46E2-A186-D4227662A004}" type="datetimeFigureOut">
              <a:rPr lang="fr-BE" smtClean="0"/>
              <a:t>16-03-26</a:t>
            </a:fld>
            <a:endParaRPr lang="fr-BE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4817027-5225-2EF6-7787-C87C11CF0E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6CAA168-210A-52CC-5280-0BB396DD11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32352-526A-4EC5-B7B8-7126CF0C6595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9944819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A39F3DC5-FD9A-1FA5-9B26-6768294853D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479E4D11-14FB-BAAE-7501-63009467EB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936AE54-3F8B-5D9F-A790-A2DF1BC92D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C1560-C803-46E2-A186-D4227662A004}" type="datetimeFigureOut">
              <a:rPr lang="fr-BE" smtClean="0"/>
              <a:t>16-03-26</a:t>
            </a:fld>
            <a:endParaRPr lang="fr-BE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EC8F385-21C1-BDBD-4CC3-F85940192D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35A9BB9-A9B2-EAC8-E548-D5E01CA100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32352-526A-4EC5-B7B8-7126CF0C6595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561278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70B3C652-F011-7373-28CF-1A60C7AC33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EDD29A2-3562-2F4F-62FB-377BDD9BA2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B7C7B5E-B404-66B0-3CF9-72E5D8A42C1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AE472FC-725B-4EE1-8E60-D98B5CD01CC3}" type="datetimeFigureOut">
              <a:rPr lang="fr-BE" smtClean="0"/>
              <a:t>16-03-26</a:t>
            </a:fld>
            <a:endParaRPr lang="fr-BE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35F812C-0592-DCED-03D2-D17C09E156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B17F04D-9D8E-941E-009F-718AED78C9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8B760F4-51DA-416C-AC96-A33379A20879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6517795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A3EE0E51-9DE7-29AF-4BBC-84D9739236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153E115-AE32-FDF7-DBB4-C682DC5CCA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C1A8AC9-271F-E593-9FB5-EA004436C92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CAC1560-C803-46E2-A186-D4227662A004}" type="datetimeFigureOut">
              <a:rPr lang="fr-BE" smtClean="0"/>
              <a:t>16-03-26</a:t>
            </a:fld>
            <a:endParaRPr lang="fr-BE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077B288-650C-1DA1-1AEB-CB3FB413AB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6AEA61E-BB11-B7D3-C5F6-F25F518404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5A32352-526A-4EC5-B7B8-7126CF0C6595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2738753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eogebra.org/graphing/kwezrduj" TargetMode="External"/><Relationship Id="rId2" Type="http://schemas.openxmlformats.org/officeDocument/2006/relationships/hyperlink" Target="https://www.geogebra.org/graphing/zmu523gu" TargetMode="Externa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3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3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3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3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3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3.pn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geogebra.org/graphing/abpjsq7u" TargetMode="Externa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BC68D22F-C3B8-559E-918A-27AB26E54F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193" y="1302527"/>
            <a:ext cx="4368242" cy="4323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41193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15BBF6-F045-2A0E-86C3-164ED99A1E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56694426-403B-9CC8-4F17-84A25739CA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rot="5400000">
            <a:off x="2618395" y="-1604724"/>
            <a:ext cx="6858000" cy="1006744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D201E32-D5F5-5C64-83CF-1172E3F506E7}"/>
              </a:ext>
            </a:extLst>
          </p:cNvPr>
          <p:cNvSpPr/>
          <p:nvPr/>
        </p:nvSpPr>
        <p:spPr>
          <a:xfrm>
            <a:off x="3138770" y="998620"/>
            <a:ext cx="7676148" cy="794085"/>
          </a:xfrm>
          <a:prstGeom prst="rect">
            <a:avLst/>
          </a:prstGeom>
          <a:solidFill>
            <a:srgbClr val="AEAEAE">
              <a:alpha val="89020"/>
            </a:srgbClr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8767B85-6E69-C6A9-8BB5-116B9E54C5BD}"/>
              </a:ext>
            </a:extLst>
          </p:cNvPr>
          <p:cNvSpPr/>
          <p:nvPr/>
        </p:nvSpPr>
        <p:spPr>
          <a:xfrm>
            <a:off x="3303230" y="3429000"/>
            <a:ext cx="1708485" cy="794084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C13D566-96A6-106B-0B52-4CE881674C9F}"/>
              </a:ext>
            </a:extLst>
          </p:cNvPr>
          <p:cNvSpPr/>
          <p:nvPr/>
        </p:nvSpPr>
        <p:spPr>
          <a:xfrm>
            <a:off x="3138770" y="1816767"/>
            <a:ext cx="1920033" cy="794085"/>
          </a:xfrm>
          <a:prstGeom prst="rect">
            <a:avLst/>
          </a:prstGeom>
          <a:solidFill>
            <a:srgbClr val="AEAEAE">
              <a:alpha val="89020"/>
            </a:srgbClr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37002254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969254-A18C-72C7-AD1A-9ADC0465A5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0902F4BA-09EE-CAF0-604E-054719350D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rot="5400000">
            <a:off x="2618395" y="-1604724"/>
            <a:ext cx="6858000" cy="1006744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5DFF6FE-AC55-944F-7BC0-67AC9CCA4E94}"/>
              </a:ext>
            </a:extLst>
          </p:cNvPr>
          <p:cNvSpPr/>
          <p:nvPr/>
        </p:nvSpPr>
        <p:spPr>
          <a:xfrm>
            <a:off x="3138770" y="919679"/>
            <a:ext cx="7676148" cy="794085"/>
          </a:xfrm>
          <a:prstGeom prst="rect">
            <a:avLst/>
          </a:prstGeom>
          <a:solidFill>
            <a:srgbClr val="AEAEAE">
              <a:alpha val="89020"/>
            </a:srgbClr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CE78AB3-2141-A3CA-C6CE-CA5E736E245F}"/>
              </a:ext>
            </a:extLst>
          </p:cNvPr>
          <p:cNvSpPr/>
          <p:nvPr/>
        </p:nvSpPr>
        <p:spPr>
          <a:xfrm>
            <a:off x="3138769" y="1713764"/>
            <a:ext cx="1920033" cy="794085"/>
          </a:xfrm>
          <a:prstGeom prst="rect">
            <a:avLst/>
          </a:prstGeom>
          <a:solidFill>
            <a:srgbClr val="AEAEAE">
              <a:alpha val="89020"/>
            </a:srgbClr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CC1B040-6C8A-0CF5-1A28-CBFD713E3C08}"/>
              </a:ext>
            </a:extLst>
          </p:cNvPr>
          <p:cNvSpPr/>
          <p:nvPr/>
        </p:nvSpPr>
        <p:spPr>
          <a:xfrm>
            <a:off x="3138770" y="3380701"/>
            <a:ext cx="1920033" cy="794085"/>
          </a:xfrm>
          <a:prstGeom prst="rect">
            <a:avLst/>
          </a:prstGeom>
          <a:solidFill>
            <a:srgbClr val="AEAEAE">
              <a:alpha val="89020"/>
            </a:srgbClr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31375321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CD746D23-B053-C911-DE86-28EE6C619A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193" y="1302527"/>
            <a:ext cx="4368242" cy="4323895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02526DB3-09C8-920F-CE8C-B6BBA4E3AB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16442" y="888081"/>
            <a:ext cx="3738311" cy="4738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55227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EE3A80-18E1-700C-F239-868ECB5564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5EDD913E-B5C6-14DA-7EFB-B40CB657AE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rot="5400000">
            <a:off x="2618395" y="-1604724"/>
            <a:ext cx="6858000" cy="1006744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D7C7751B-6DC0-23B3-1F69-035002512273}"/>
              </a:ext>
            </a:extLst>
          </p:cNvPr>
          <p:cNvSpPr/>
          <p:nvPr/>
        </p:nvSpPr>
        <p:spPr>
          <a:xfrm>
            <a:off x="3138770" y="965728"/>
            <a:ext cx="7676148" cy="794085"/>
          </a:xfrm>
          <a:prstGeom prst="rect">
            <a:avLst/>
          </a:prstGeom>
          <a:solidFill>
            <a:srgbClr val="AEAEAE">
              <a:alpha val="89020"/>
            </a:srgbClr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E3E8305-F49B-7288-6556-23991517537A}"/>
              </a:ext>
            </a:extLst>
          </p:cNvPr>
          <p:cNvSpPr/>
          <p:nvPr/>
        </p:nvSpPr>
        <p:spPr>
          <a:xfrm>
            <a:off x="3138769" y="1749858"/>
            <a:ext cx="1920033" cy="794085"/>
          </a:xfrm>
          <a:prstGeom prst="rect">
            <a:avLst/>
          </a:prstGeom>
          <a:solidFill>
            <a:srgbClr val="AEAEAE">
              <a:alpha val="89020"/>
            </a:srgbClr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C5902D3-1F19-9E04-01E7-3C71423D4C2E}"/>
              </a:ext>
            </a:extLst>
          </p:cNvPr>
          <p:cNvSpPr/>
          <p:nvPr/>
        </p:nvSpPr>
        <p:spPr>
          <a:xfrm>
            <a:off x="3138769" y="3328074"/>
            <a:ext cx="1920033" cy="794085"/>
          </a:xfrm>
          <a:prstGeom prst="rect">
            <a:avLst/>
          </a:prstGeom>
          <a:solidFill>
            <a:srgbClr val="AEAEAE">
              <a:alpha val="89020"/>
            </a:srgbClr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AF413BF-BD5C-8976-4EFF-DF8CDAEF65A4}"/>
              </a:ext>
            </a:extLst>
          </p:cNvPr>
          <p:cNvSpPr/>
          <p:nvPr/>
        </p:nvSpPr>
        <p:spPr>
          <a:xfrm>
            <a:off x="7133199" y="1754879"/>
            <a:ext cx="1708485" cy="794084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7182134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A2C224-9DDB-D2D4-8FBA-F9FBDF8843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7C02712F-EC16-E2BF-78DC-E870AFDD1F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rot="5400000">
            <a:off x="2618395" y="-1604724"/>
            <a:ext cx="6858000" cy="1006744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F931EB3C-0B95-F7BB-51A3-E7BAC0411839}"/>
              </a:ext>
            </a:extLst>
          </p:cNvPr>
          <p:cNvSpPr/>
          <p:nvPr/>
        </p:nvSpPr>
        <p:spPr>
          <a:xfrm>
            <a:off x="3138770" y="965728"/>
            <a:ext cx="7676148" cy="794085"/>
          </a:xfrm>
          <a:prstGeom prst="rect">
            <a:avLst/>
          </a:prstGeom>
          <a:solidFill>
            <a:srgbClr val="AEAEAE">
              <a:alpha val="89020"/>
            </a:srgbClr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B5676A0-5123-0548-9819-B75C688B36FA}"/>
              </a:ext>
            </a:extLst>
          </p:cNvPr>
          <p:cNvSpPr/>
          <p:nvPr/>
        </p:nvSpPr>
        <p:spPr>
          <a:xfrm>
            <a:off x="3138769" y="1749858"/>
            <a:ext cx="1920033" cy="794085"/>
          </a:xfrm>
          <a:prstGeom prst="rect">
            <a:avLst/>
          </a:prstGeom>
          <a:solidFill>
            <a:srgbClr val="AEAEAE">
              <a:alpha val="89020"/>
            </a:srgbClr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EF22404-69EE-8924-C78F-3B16EF8AD337}"/>
              </a:ext>
            </a:extLst>
          </p:cNvPr>
          <p:cNvSpPr/>
          <p:nvPr/>
        </p:nvSpPr>
        <p:spPr>
          <a:xfrm>
            <a:off x="3138769" y="3328074"/>
            <a:ext cx="1920033" cy="794085"/>
          </a:xfrm>
          <a:prstGeom prst="rect">
            <a:avLst/>
          </a:prstGeom>
          <a:solidFill>
            <a:srgbClr val="AEAEAE">
              <a:alpha val="89020"/>
            </a:srgbClr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2CA20A6-7592-F972-73F5-C30CF311B35A}"/>
              </a:ext>
            </a:extLst>
          </p:cNvPr>
          <p:cNvSpPr/>
          <p:nvPr/>
        </p:nvSpPr>
        <p:spPr>
          <a:xfrm>
            <a:off x="7133199" y="1754879"/>
            <a:ext cx="1708485" cy="794084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6151962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9C7E0A2C-7C0A-4AAC-B3B0-6C12B2EBAE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EB7D2A2-F448-44D4-938C-DC84CBCB3B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0" cy="518714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71AEA07-1E14-44B4-8E55-64EF049CD6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6464" y="551961"/>
            <a:ext cx="10999072" cy="539995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EFC656A6-E43E-6579-2862-0097CC3094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9059" y="1534451"/>
            <a:ext cx="9144000" cy="238760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Hyperbole</a:t>
            </a:r>
            <a:br>
              <a:rPr lang="en-US" sz="5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br>
              <a:rPr lang="en-US" sz="5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sz="54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Approche</a:t>
            </a:r>
            <a:r>
              <a:rPr lang="en-US" sz="5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54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bifocale</a:t>
            </a:r>
            <a:endParaRPr lang="en-US" sz="54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cxnSp>
        <p:nvCxnSpPr>
          <p:cNvPr id="29" name="Straight Connector 23">
            <a:extLst>
              <a:ext uri="{FF2B5EF4-FFF2-40B4-BE49-F238E27FC236}">
                <a16:creationId xmlns:a16="http://schemas.microsoft.com/office/drawing/2014/main" id="{F7C8EA93-3210-4C62-99E9-153C275E3A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96464" y="6329769"/>
            <a:ext cx="11000232" cy="0"/>
          </a:xfrm>
          <a:prstGeom prst="line">
            <a:avLst/>
          </a:prstGeom>
          <a:ln w="1524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485855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818BD4-889D-A690-C7E0-5276A48653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966AF56F-EEBB-151B-AED4-4ACF390A56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38452"/>
            <a:ext cx="12192000" cy="4381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75464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53A789-F00C-7EC7-D732-3F0F4E89F5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E45DC28C-ED63-A5E1-5276-C06206F2EA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9738" y="0"/>
            <a:ext cx="8712523" cy="6858000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2AF6C42D-A335-8911-2C00-5574818E915C}"/>
              </a:ext>
            </a:extLst>
          </p:cNvPr>
          <p:cNvSpPr txBox="1"/>
          <p:nvPr/>
        </p:nvSpPr>
        <p:spPr>
          <a:xfrm>
            <a:off x="534154" y="534154"/>
            <a:ext cx="13489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sz="2400" dirty="0"/>
              <a:t>2a = 3</a:t>
            </a:r>
          </a:p>
        </p:txBody>
      </p:sp>
    </p:spTree>
    <p:extLst>
      <p:ext uri="{BB962C8B-B14F-4D97-AF65-F5344CB8AC3E}">
        <p14:creationId xmlns:p14="http://schemas.microsoft.com/office/powerpoint/2010/main" val="38833500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7837FE-4AE8-D5B1-7E3B-1777724D5A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115E7BE8-4CFE-7169-44E3-5CBF98FBA2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9738" y="0"/>
            <a:ext cx="8712523" cy="6858000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1F3C08F8-53C0-1F10-C1B1-DC5E6923579A}"/>
              </a:ext>
            </a:extLst>
          </p:cNvPr>
          <p:cNvSpPr txBox="1"/>
          <p:nvPr/>
        </p:nvSpPr>
        <p:spPr>
          <a:xfrm>
            <a:off x="534154" y="534154"/>
            <a:ext cx="13489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sz="2400" dirty="0"/>
              <a:t>2a = 3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19EA30CD-4AFD-AF7F-19DC-749F1525434C}"/>
              </a:ext>
            </a:extLst>
          </p:cNvPr>
          <p:cNvSpPr txBox="1"/>
          <p:nvPr/>
        </p:nvSpPr>
        <p:spPr>
          <a:xfrm>
            <a:off x="534154" y="1068308"/>
            <a:ext cx="13489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sz="2400" dirty="0"/>
              <a:t>2c = 8</a:t>
            </a:r>
          </a:p>
        </p:txBody>
      </p:sp>
    </p:spTree>
    <p:extLst>
      <p:ext uri="{BB962C8B-B14F-4D97-AF65-F5344CB8AC3E}">
        <p14:creationId xmlns:p14="http://schemas.microsoft.com/office/powerpoint/2010/main" val="24075309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02A272-4394-86B4-0C78-FD6822103A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B41531CF-93A5-2E78-838D-00751D24BF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9738" y="0"/>
            <a:ext cx="8712523" cy="6858000"/>
          </a:xfrm>
          <a:prstGeom prst="rect">
            <a:avLst/>
          </a:prstGeom>
        </p:spPr>
      </p:pic>
      <p:sp>
        <p:nvSpPr>
          <p:cNvPr id="5" name="Ellipse 4">
            <a:extLst>
              <a:ext uri="{FF2B5EF4-FFF2-40B4-BE49-F238E27FC236}">
                <a16:creationId xmlns:a16="http://schemas.microsoft.com/office/drawing/2014/main" id="{6B8D4B12-2163-3E81-92F4-FC26C902D90F}"/>
              </a:ext>
            </a:extLst>
          </p:cNvPr>
          <p:cNvSpPr/>
          <p:nvPr/>
        </p:nvSpPr>
        <p:spPr>
          <a:xfrm>
            <a:off x="5091694" y="1749859"/>
            <a:ext cx="3322101" cy="330894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0095714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6682CE-A18E-C88C-7650-3E6056A42B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9ABFEE86-5D85-EF33-0603-AC664F29BB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9738" y="0"/>
            <a:ext cx="8712523" cy="6858000"/>
          </a:xfrm>
          <a:prstGeom prst="rect">
            <a:avLst/>
          </a:prstGeom>
        </p:spPr>
      </p:pic>
      <p:sp>
        <p:nvSpPr>
          <p:cNvPr id="4" name="Ellipse 3">
            <a:extLst>
              <a:ext uri="{FF2B5EF4-FFF2-40B4-BE49-F238E27FC236}">
                <a16:creationId xmlns:a16="http://schemas.microsoft.com/office/drawing/2014/main" id="{A80481E4-8C0C-3A70-074F-81F4F5E5C885}"/>
              </a:ext>
            </a:extLst>
          </p:cNvPr>
          <p:cNvSpPr/>
          <p:nvPr/>
        </p:nvSpPr>
        <p:spPr>
          <a:xfrm>
            <a:off x="4190452" y="2312312"/>
            <a:ext cx="2203770" cy="2184037"/>
          </a:xfrm>
          <a:prstGeom prst="ellipse">
            <a:avLst/>
          </a:prstGeom>
          <a:noFill/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5" name="Ellipse 4">
            <a:extLst>
              <a:ext uri="{FF2B5EF4-FFF2-40B4-BE49-F238E27FC236}">
                <a16:creationId xmlns:a16="http://schemas.microsoft.com/office/drawing/2014/main" id="{FA49DDED-57CD-EB34-3CA4-CD8EDB8E6A59}"/>
              </a:ext>
            </a:extLst>
          </p:cNvPr>
          <p:cNvSpPr/>
          <p:nvPr/>
        </p:nvSpPr>
        <p:spPr>
          <a:xfrm>
            <a:off x="5091694" y="1749859"/>
            <a:ext cx="3322101" cy="330894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0531272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E4C428-0A4E-E08C-9524-406426CCC7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C18C3390-5D1B-769F-D584-F962958859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9738" y="0"/>
            <a:ext cx="8712523" cy="6858000"/>
          </a:xfrm>
          <a:prstGeom prst="rect">
            <a:avLst/>
          </a:prstGeom>
        </p:spPr>
      </p:pic>
      <p:sp>
        <p:nvSpPr>
          <p:cNvPr id="4" name="Ellipse 3">
            <a:extLst>
              <a:ext uri="{FF2B5EF4-FFF2-40B4-BE49-F238E27FC236}">
                <a16:creationId xmlns:a16="http://schemas.microsoft.com/office/drawing/2014/main" id="{D872B34B-D535-C282-0B37-1FBF0AA65B9C}"/>
              </a:ext>
            </a:extLst>
          </p:cNvPr>
          <p:cNvSpPr/>
          <p:nvPr/>
        </p:nvSpPr>
        <p:spPr>
          <a:xfrm>
            <a:off x="4190452" y="2312312"/>
            <a:ext cx="2203770" cy="2184037"/>
          </a:xfrm>
          <a:prstGeom prst="ellipse">
            <a:avLst/>
          </a:prstGeom>
          <a:noFill/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5" name="Ellipse 4">
            <a:extLst>
              <a:ext uri="{FF2B5EF4-FFF2-40B4-BE49-F238E27FC236}">
                <a16:creationId xmlns:a16="http://schemas.microsoft.com/office/drawing/2014/main" id="{6675F5A1-D672-928F-82C9-1775C543D114}"/>
              </a:ext>
            </a:extLst>
          </p:cNvPr>
          <p:cNvSpPr/>
          <p:nvPr/>
        </p:nvSpPr>
        <p:spPr>
          <a:xfrm>
            <a:off x="5091694" y="1749859"/>
            <a:ext cx="3322101" cy="330894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2" name="Ellipse 1">
            <a:extLst>
              <a:ext uri="{FF2B5EF4-FFF2-40B4-BE49-F238E27FC236}">
                <a16:creationId xmlns:a16="http://schemas.microsoft.com/office/drawing/2014/main" id="{F6C26AB9-9604-8ADC-E5C1-5688A240B521}"/>
              </a:ext>
            </a:extLst>
          </p:cNvPr>
          <p:cNvSpPr/>
          <p:nvPr/>
        </p:nvSpPr>
        <p:spPr>
          <a:xfrm>
            <a:off x="5473243" y="2262975"/>
            <a:ext cx="92098" cy="98676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F4ED84EB-A1C0-4E2C-D06C-F538039D9A79}"/>
              </a:ext>
            </a:extLst>
          </p:cNvPr>
          <p:cNvSpPr/>
          <p:nvPr/>
        </p:nvSpPr>
        <p:spPr>
          <a:xfrm>
            <a:off x="5445300" y="4424832"/>
            <a:ext cx="92098" cy="98676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922295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796300-5BBB-6404-C89F-A06EE88EA8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6B023671-F316-25B0-78FB-68DDEF41B2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9738" y="0"/>
            <a:ext cx="8712523" cy="6858000"/>
          </a:xfrm>
          <a:prstGeom prst="rect">
            <a:avLst/>
          </a:prstGeom>
        </p:spPr>
      </p:pic>
      <p:sp>
        <p:nvSpPr>
          <p:cNvPr id="4" name="Ellipse 3">
            <a:extLst>
              <a:ext uri="{FF2B5EF4-FFF2-40B4-BE49-F238E27FC236}">
                <a16:creationId xmlns:a16="http://schemas.microsoft.com/office/drawing/2014/main" id="{5D8B606D-E5D2-1E0D-6969-3F32E14CAA51}"/>
              </a:ext>
            </a:extLst>
          </p:cNvPr>
          <p:cNvSpPr/>
          <p:nvPr/>
        </p:nvSpPr>
        <p:spPr>
          <a:xfrm>
            <a:off x="4190452" y="2312312"/>
            <a:ext cx="2203770" cy="2184037"/>
          </a:xfrm>
          <a:prstGeom prst="ellipse">
            <a:avLst/>
          </a:prstGeom>
          <a:noFill/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5" name="Ellipse 4">
            <a:extLst>
              <a:ext uri="{FF2B5EF4-FFF2-40B4-BE49-F238E27FC236}">
                <a16:creationId xmlns:a16="http://schemas.microsoft.com/office/drawing/2014/main" id="{4A6A23A6-9109-FF7D-4090-21B805BA2667}"/>
              </a:ext>
            </a:extLst>
          </p:cNvPr>
          <p:cNvSpPr/>
          <p:nvPr/>
        </p:nvSpPr>
        <p:spPr>
          <a:xfrm>
            <a:off x="5091694" y="1749859"/>
            <a:ext cx="3322101" cy="330894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2" name="Ellipse 1">
            <a:extLst>
              <a:ext uri="{FF2B5EF4-FFF2-40B4-BE49-F238E27FC236}">
                <a16:creationId xmlns:a16="http://schemas.microsoft.com/office/drawing/2014/main" id="{E67C4A70-762D-F98D-39F4-9DB95D883716}"/>
              </a:ext>
            </a:extLst>
          </p:cNvPr>
          <p:cNvSpPr/>
          <p:nvPr/>
        </p:nvSpPr>
        <p:spPr>
          <a:xfrm>
            <a:off x="5473243" y="2262975"/>
            <a:ext cx="92098" cy="98676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A2C7EFF2-1BFE-824C-1A06-656C370918C3}"/>
              </a:ext>
            </a:extLst>
          </p:cNvPr>
          <p:cNvSpPr/>
          <p:nvPr/>
        </p:nvSpPr>
        <p:spPr>
          <a:xfrm>
            <a:off x="6216604" y="2874766"/>
            <a:ext cx="1078860" cy="1098598"/>
          </a:xfrm>
          <a:prstGeom prst="ellipse">
            <a:avLst/>
          </a:prstGeom>
          <a:noFill/>
          <a:ln w="28575">
            <a:solidFill>
              <a:schemeClr val="accent5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BF40A78C-6E4C-43A6-0E10-CA9C1D154B82}"/>
              </a:ext>
            </a:extLst>
          </p:cNvPr>
          <p:cNvSpPr/>
          <p:nvPr/>
        </p:nvSpPr>
        <p:spPr>
          <a:xfrm>
            <a:off x="5445300" y="4424832"/>
            <a:ext cx="92098" cy="98676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2271495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48446D-ED76-FA77-D808-9BE43F377D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E538D180-1235-24DA-B5BC-72BF77E8D0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9738" y="0"/>
            <a:ext cx="8712523" cy="6858000"/>
          </a:xfrm>
          <a:prstGeom prst="rect">
            <a:avLst/>
          </a:prstGeom>
        </p:spPr>
      </p:pic>
      <p:sp>
        <p:nvSpPr>
          <p:cNvPr id="5" name="Ellipse 4">
            <a:extLst>
              <a:ext uri="{FF2B5EF4-FFF2-40B4-BE49-F238E27FC236}">
                <a16:creationId xmlns:a16="http://schemas.microsoft.com/office/drawing/2014/main" id="{7BAED9D3-C3A3-60D2-780D-786C99299C35}"/>
              </a:ext>
            </a:extLst>
          </p:cNvPr>
          <p:cNvSpPr/>
          <p:nvPr/>
        </p:nvSpPr>
        <p:spPr>
          <a:xfrm>
            <a:off x="5460087" y="2284905"/>
            <a:ext cx="92098" cy="98676"/>
          </a:xfrm>
          <a:prstGeom prst="ellipse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1B067421-FB65-B730-8771-C179180B673A}"/>
              </a:ext>
            </a:extLst>
          </p:cNvPr>
          <p:cNvSpPr/>
          <p:nvPr/>
        </p:nvSpPr>
        <p:spPr>
          <a:xfrm>
            <a:off x="4373526" y="2493220"/>
            <a:ext cx="1843078" cy="1837775"/>
          </a:xfrm>
          <a:prstGeom prst="ellipse">
            <a:avLst/>
          </a:prstGeom>
          <a:noFill/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20D162D5-4C81-D555-358B-D2D7EFF52509}"/>
              </a:ext>
            </a:extLst>
          </p:cNvPr>
          <p:cNvSpPr/>
          <p:nvPr/>
        </p:nvSpPr>
        <p:spPr>
          <a:xfrm>
            <a:off x="5287927" y="1963478"/>
            <a:ext cx="2941674" cy="290623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EA93D06C-FB9C-5829-62DF-484449B2BCAF}"/>
              </a:ext>
            </a:extLst>
          </p:cNvPr>
          <p:cNvSpPr/>
          <p:nvPr/>
        </p:nvSpPr>
        <p:spPr>
          <a:xfrm>
            <a:off x="6216604" y="2874766"/>
            <a:ext cx="1078860" cy="1098598"/>
          </a:xfrm>
          <a:prstGeom prst="ellipse">
            <a:avLst/>
          </a:prstGeom>
          <a:noFill/>
          <a:ln w="28575">
            <a:solidFill>
              <a:schemeClr val="accent5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2" name="Ellipse 1">
            <a:extLst>
              <a:ext uri="{FF2B5EF4-FFF2-40B4-BE49-F238E27FC236}">
                <a16:creationId xmlns:a16="http://schemas.microsoft.com/office/drawing/2014/main" id="{F495E477-472E-185D-FB9D-A3278AE1B24D}"/>
              </a:ext>
            </a:extLst>
          </p:cNvPr>
          <p:cNvSpPr/>
          <p:nvPr/>
        </p:nvSpPr>
        <p:spPr>
          <a:xfrm>
            <a:off x="5519292" y="2493220"/>
            <a:ext cx="92098" cy="98676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4" name="Ellipse 3">
            <a:extLst>
              <a:ext uri="{FF2B5EF4-FFF2-40B4-BE49-F238E27FC236}">
                <a16:creationId xmlns:a16="http://schemas.microsoft.com/office/drawing/2014/main" id="{3E591A15-CBFC-327A-013D-1F2770EC7D1D}"/>
              </a:ext>
            </a:extLst>
          </p:cNvPr>
          <p:cNvSpPr/>
          <p:nvPr/>
        </p:nvSpPr>
        <p:spPr>
          <a:xfrm>
            <a:off x="5445300" y="4424832"/>
            <a:ext cx="92098" cy="98676"/>
          </a:xfrm>
          <a:prstGeom prst="ellipse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93450FCE-5A8F-C15D-A55A-A5E681B8C9BC}"/>
              </a:ext>
            </a:extLst>
          </p:cNvPr>
          <p:cNvSpPr/>
          <p:nvPr/>
        </p:nvSpPr>
        <p:spPr>
          <a:xfrm>
            <a:off x="5537398" y="4248383"/>
            <a:ext cx="92098" cy="98676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2396448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45E6C7-65CC-C6D4-9149-00DEE5CCAC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B8FD7210-A392-0842-6967-2CA16D336E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9738" y="0"/>
            <a:ext cx="8712523" cy="6858000"/>
          </a:xfrm>
          <a:prstGeom prst="rect">
            <a:avLst/>
          </a:prstGeom>
        </p:spPr>
      </p:pic>
      <p:sp>
        <p:nvSpPr>
          <p:cNvPr id="5" name="Ellipse 4">
            <a:extLst>
              <a:ext uri="{FF2B5EF4-FFF2-40B4-BE49-F238E27FC236}">
                <a16:creationId xmlns:a16="http://schemas.microsoft.com/office/drawing/2014/main" id="{01D65D7E-A9D8-BC05-FD01-E7139D5E3960}"/>
              </a:ext>
            </a:extLst>
          </p:cNvPr>
          <p:cNvSpPr/>
          <p:nvPr/>
        </p:nvSpPr>
        <p:spPr>
          <a:xfrm>
            <a:off x="5460087" y="2284905"/>
            <a:ext cx="92098" cy="98676"/>
          </a:xfrm>
          <a:prstGeom prst="ellipse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43A9CF22-F220-24B5-9E3C-D72B11525E66}"/>
              </a:ext>
            </a:extLst>
          </p:cNvPr>
          <p:cNvSpPr/>
          <p:nvPr/>
        </p:nvSpPr>
        <p:spPr>
          <a:xfrm>
            <a:off x="4564909" y="2694446"/>
            <a:ext cx="1453016" cy="1452251"/>
          </a:xfrm>
          <a:prstGeom prst="ellipse">
            <a:avLst/>
          </a:prstGeom>
          <a:noFill/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597712B5-8E60-DCCB-8875-1225B4B9DE2C}"/>
              </a:ext>
            </a:extLst>
          </p:cNvPr>
          <p:cNvSpPr/>
          <p:nvPr/>
        </p:nvSpPr>
        <p:spPr>
          <a:xfrm>
            <a:off x="5481351" y="2126511"/>
            <a:ext cx="2563951" cy="2565991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4534D597-9484-8E5D-2ACA-2BCC8A2B30D1}"/>
              </a:ext>
            </a:extLst>
          </p:cNvPr>
          <p:cNvSpPr/>
          <p:nvPr/>
        </p:nvSpPr>
        <p:spPr>
          <a:xfrm>
            <a:off x="6216604" y="2874766"/>
            <a:ext cx="1078860" cy="1098598"/>
          </a:xfrm>
          <a:prstGeom prst="ellipse">
            <a:avLst/>
          </a:prstGeom>
          <a:noFill/>
          <a:ln w="28575">
            <a:solidFill>
              <a:schemeClr val="accent5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2" name="Ellipse 1">
            <a:extLst>
              <a:ext uri="{FF2B5EF4-FFF2-40B4-BE49-F238E27FC236}">
                <a16:creationId xmlns:a16="http://schemas.microsoft.com/office/drawing/2014/main" id="{DFC1EDAB-76E2-191F-D7EF-43138AD2DB7B}"/>
              </a:ext>
            </a:extLst>
          </p:cNvPr>
          <p:cNvSpPr/>
          <p:nvPr/>
        </p:nvSpPr>
        <p:spPr>
          <a:xfrm>
            <a:off x="5519292" y="2493220"/>
            <a:ext cx="92098" cy="98676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4" name="Ellipse 3">
            <a:extLst>
              <a:ext uri="{FF2B5EF4-FFF2-40B4-BE49-F238E27FC236}">
                <a16:creationId xmlns:a16="http://schemas.microsoft.com/office/drawing/2014/main" id="{B65125DA-DD65-5E09-05F4-902D3AB7DA95}"/>
              </a:ext>
            </a:extLst>
          </p:cNvPr>
          <p:cNvSpPr/>
          <p:nvPr/>
        </p:nvSpPr>
        <p:spPr>
          <a:xfrm>
            <a:off x="5611390" y="2737717"/>
            <a:ext cx="92098" cy="98676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C301CD91-2806-7849-318A-417F69AB5E9F}"/>
              </a:ext>
            </a:extLst>
          </p:cNvPr>
          <p:cNvSpPr/>
          <p:nvPr/>
        </p:nvSpPr>
        <p:spPr>
          <a:xfrm>
            <a:off x="5537398" y="4248383"/>
            <a:ext cx="92098" cy="98676"/>
          </a:xfrm>
          <a:prstGeom prst="ellipse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4F576FCC-CA1B-91C1-D719-7B1D8720964F}"/>
              </a:ext>
            </a:extLst>
          </p:cNvPr>
          <p:cNvSpPr/>
          <p:nvPr/>
        </p:nvSpPr>
        <p:spPr>
          <a:xfrm>
            <a:off x="5445300" y="4424832"/>
            <a:ext cx="92098" cy="98676"/>
          </a:xfrm>
          <a:prstGeom prst="ellipse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5A47ECF4-EC9A-8424-84E3-A7C68857C115}"/>
              </a:ext>
            </a:extLst>
          </p:cNvPr>
          <p:cNvSpPr/>
          <p:nvPr/>
        </p:nvSpPr>
        <p:spPr>
          <a:xfrm>
            <a:off x="5602337" y="4012555"/>
            <a:ext cx="92098" cy="98676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7023724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D3A21B-5331-EFD5-55FF-5BC6163183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9E526AE0-E5BB-98AB-B920-90FDC5C768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9738" y="0"/>
            <a:ext cx="8712523" cy="6858000"/>
          </a:xfrm>
          <a:prstGeom prst="rect">
            <a:avLst/>
          </a:prstGeom>
        </p:spPr>
      </p:pic>
      <p:sp>
        <p:nvSpPr>
          <p:cNvPr id="2" name="Ellipse 1">
            <a:extLst>
              <a:ext uri="{FF2B5EF4-FFF2-40B4-BE49-F238E27FC236}">
                <a16:creationId xmlns:a16="http://schemas.microsoft.com/office/drawing/2014/main" id="{2EB776B5-D9C3-EB7F-9A51-E7C07997A525}"/>
              </a:ext>
            </a:extLst>
          </p:cNvPr>
          <p:cNvSpPr/>
          <p:nvPr/>
        </p:nvSpPr>
        <p:spPr>
          <a:xfrm>
            <a:off x="5519292" y="2493220"/>
            <a:ext cx="92098" cy="98676"/>
          </a:xfrm>
          <a:prstGeom prst="ellipse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4" name="Ellipse 3">
            <a:extLst>
              <a:ext uri="{FF2B5EF4-FFF2-40B4-BE49-F238E27FC236}">
                <a16:creationId xmlns:a16="http://schemas.microsoft.com/office/drawing/2014/main" id="{15957045-B0E7-FB6A-1345-D61ED643C15A}"/>
              </a:ext>
            </a:extLst>
          </p:cNvPr>
          <p:cNvSpPr/>
          <p:nvPr/>
        </p:nvSpPr>
        <p:spPr>
          <a:xfrm>
            <a:off x="5611390" y="2737717"/>
            <a:ext cx="92098" cy="98676"/>
          </a:xfrm>
          <a:prstGeom prst="ellipse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5" name="Ellipse 4">
            <a:extLst>
              <a:ext uri="{FF2B5EF4-FFF2-40B4-BE49-F238E27FC236}">
                <a16:creationId xmlns:a16="http://schemas.microsoft.com/office/drawing/2014/main" id="{A572F6F0-73BC-4B4C-A3ED-B606C0F2D977}"/>
              </a:ext>
            </a:extLst>
          </p:cNvPr>
          <p:cNvSpPr/>
          <p:nvPr/>
        </p:nvSpPr>
        <p:spPr>
          <a:xfrm>
            <a:off x="5657439" y="3041421"/>
            <a:ext cx="92098" cy="98676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7B8C2BC2-54C5-2FAF-88EF-2905AC862203}"/>
              </a:ext>
            </a:extLst>
          </p:cNvPr>
          <p:cNvSpPr/>
          <p:nvPr/>
        </p:nvSpPr>
        <p:spPr>
          <a:xfrm>
            <a:off x="5460087" y="2284905"/>
            <a:ext cx="92098" cy="98676"/>
          </a:xfrm>
          <a:prstGeom prst="ellipse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FD9D13B9-03A7-8613-C4E9-433BFBF63995}"/>
              </a:ext>
            </a:extLst>
          </p:cNvPr>
          <p:cNvSpPr/>
          <p:nvPr/>
        </p:nvSpPr>
        <p:spPr>
          <a:xfrm>
            <a:off x="5537398" y="4248383"/>
            <a:ext cx="92098" cy="98676"/>
          </a:xfrm>
          <a:prstGeom prst="ellipse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71FA21CD-8119-BD6A-E8C8-33F1799AF6B1}"/>
              </a:ext>
            </a:extLst>
          </p:cNvPr>
          <p:cNvSpPr/>
          <p:nvPr/>
        </p:nvSpPr>
        <p:spPr>
          <a:xfrm>
            <a:off x="5445300" y="4424832"/>
            <a:ext cx="92098" cy="98676"/>
          </a:xfrm>
          <a:prstGeom prst="ellipse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65807067-BAFB-2871-3DF7-107673AE1DB2}"/>
              </a:ext>
            </a:extLst>
          </p:cNvPr>
          <p:cNvSpPr/>
          <p:nvPr/>
        </p:nvSpPr>
        <p:spPr>
          <a:xfrm>
            <a:off x="5611390" y="4021608"/>
            <a:ext cx="92098" cy="98676"/>
          </a:xfrm>
          <a:prstGeom prst="ellipse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7E8E9D52-706E-92B0-F6C3-460AEDBC1840}"/>
              </a:ext>
            </a:extLst>
          </p:cNvPr>
          <p:cNvSpPr/>
          <p:nvPr/>
        </p:nvSpPr>
        <p:spPr>
          <a:xfrm>
            <a:off x="5657439" y="3717904"/>
            <a:ext cx="92098" cy="98676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8EB4F11E-2167-78AA-BC45-B15C0ECEFA2A}"/>
              </a:ext>
            </a:extLst>
          </p:cNvPr>
          <p:cNvSpPr/>
          <p:nvPr/>
        </p:nvSpPr>
        <p:spPr>
          <a:xfrm>
            <a:off x="4742520" y="2872605"/>
            <a:ext cx="1078860" cy="1107442"/>
          </a:xfrm>
          <a:prstGeom prst="ellipse">
            <a:avLst/>
          </a:prstGeom>
          <a:noFill/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4F1B3806-0185-FE1D-2016-15DF181953AF}"/>
              </a:ext>
            </a:extLst>
          </p:cNvPr>
          <p:cNvSpPr/>
          <p:nvPr/>
        </p:nvSpPr>
        <p:spPr>
          <a:xfrm>
            <a:off x="5656655" y="2312065"/>
            <a:ext cx="2201753" cy="221144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13" name="Ellipse 12">
            <a:extLst>
              <a:ext uri="{FF2B5EF4-FFF2-40B4-BE49-F238E27FC236}">
                <a16:creationId xmlns:a16="http://schemas.microsoft.com/office/drawing/2014/main" id="{C9EB1E5E-5BE3-E8A5-E279-A1E98D6C36A4}"/>
              </a:ext>
            </a:extLst>
          </p:cNvPr>
          <p:cNvSpPr/>
          <p:nvPr/>
        </p:nvSpPr>
        <p:spPr>
          <a:xfrm>
            <a:off x="6216604" y="2874766"/>
            <a:ext cx="1078860" cy="1098598"/>
          </a:xfrm>
          <a:prstGeom prst="ellipse">
            <a:avLst/>
          </a:prstGeom>
          <a:noFill/>
          <a:ln w="28575">
            <a:solidFill>
              <a:schemeClr val="accent5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5233706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0CFA8A-6396-4347-2826-E0422F87F4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9070BFA7-57B6-5079-5711-CF2739E5BA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9738" y="0"/>
            <a:ext cx="8712523" cy="6858000"/>
          </a:xfrm>
          <a:prstGeom prst="rect">
            <a:avLst/>
          </a:prstGeom>
        </p:spPr>
      </p:pic>
      <p:sp>
        <p:nvSpPr>
          <p:cNvPr id="2" name="Ellipse 1">
            <a:extLst>
              <a:ext uri="{FF2B5EF4-FFF2-40B4-BE49-F238E27FC236}">
                <a16:creationId xmlns:a16="http://schemas.microsoft.com/office/drawing/2014/main" id="{2C247983-9973-09CF-6443-9656291AE98D}"/>
              </a:ext>
            </a:extLst>
          </p:cNvPr>
          <p:cNvSpPr/>
          <p:nvPr/>
        </p:nvSpPr>
        <p:spPr>
          <a:xfrm>
            <a:off x="5519292" y="2493220"/>
            <a:ext cx="92098" cy="98676"/>
          </a:xfrm>
          <a:prstGeom prst="ellipse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4" name="Ellipse 3">
            <a:extLst>
              <a:ext uri="{FF2B5EF4-FFF2-40B4-BE49-F238E27FC236}">
                <a16:creationId xmlns:a16="http://schemas.microsoft.com/office/drawing/2014/main" id="{0D47F36C-E42C-B19E-9837-F35F9CABBE73}"/>
              </a:ext>
            </a:extLst>
          </p:cNvPr>
          <p:cNvSpPr/>
          <p:nvPr/>
        </p:nvSpPr>
        <p:spPr>
          <a:xfrm>
            <a:off x="5611390" y="2737717"/>
            <a:ext cx="92098" cy="98676"/>
          </a:xfrm>
          <a:prstGeom prst="ellipse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5" name="Ellipse 4">
            <a:extLst>
              <a:ext uri="{FF2B5EF4-FFF2-40B4-BE49-F238E27FC236}">
                <a16:creationId xmlns:a16="http://schemas.microsoft.com/office/drawing/2014/main" id="{1CD7028F-C6E7-C2DC-A298-E457BDD1CE69}"/>
              </a:ext>
            </a:extLst>
          </p:cNvPr>
          <p:cNvSpPr/>
          <p:nvPr/>
        </p:nvSpPr>
        <p:spPr>
          <a:xfrm>
            <a:off x="5657439" y="3041421"/>
            <a:ext cx="92098" cy="98676"/>
          </a:xfrm>
          <a:prstGeom prst="ellipse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3F07D39B-84E5-0D80-FC23-88B676A7EA31}"/>
              </a:ext>
            </a:extLst>
          </p:cNvPr>
          <p:cNvSpPr/>
          <p:nvPr/>
        </p:nvSpPr>
        <p:spPr>
          <a:xfrm>
            <a:off x="5703488" y="3379662"/>
            <a:ext cx="92098" cy="98676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B0A5B879-ED62-B0FB-243D-57EE1034311C}"/>
              </a:ext>
            </a:extLst>
          </p:cNvPr>
          <p:cNvSpPr/>
          <p:nvPr/>
        </p:nvSpPr>
        <p:spPr>
          <a:xfrm>
            <a:off x="5460087" y="2284905"/>
            <a:ext cx="92098" cy="98676"/>
          </a:xfrm>
          <a:prstGeom prst="ellipse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22FEC300-A3EC-EEAB-B2B3-5FA7E81FA380}"/>
              </a:ext>
            </a:extLst>
          </p:cNvPr>
          <p:cNvSpPr/>
          <p:nvPr/>
        </p:nvSpPr>
        <p:spPr>
          <a:xfrm>
            <a:off x="5537398" y="4248383"/>
            <a:ext cx="92098" cy="98676"/>
          </a:xfrm>
          <a:prstGeom prst="ellipse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5A0CB761-7464-6510-6A15-9E2312FA9B31}"/>
              </a:ext>
            </a:extLst>
          </p:cNvPr>
          <p:cNvSpPr/>
          <p:nvPr/>
        </p:nvSpPr>
        <p:spPr>
          <a:xfrm>
            <a:off x="5445300" y="4424832"/>
            <a:ext cx="92098" cy="98676"/>
          </a:xfrm>
          <a:prstGeom prst="ellipse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6E84ECD1-2C4F-A9B6-9766-D0729BC33B6C}"/>
              </a:ext>
            </a:extLst>
          </p:cNvPr>
          <p:cNvSpPr/>
          <p:nvPr/>
        </p:nvSpPr>
        <p:spPr>
          <a:xfrm>
            <a:off x="5611390" y="4021608"/>
            <a:ext cx="92098" cy="98676"/>
          </a:xfrm>
          <a:prstGeom prst="ellipse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FA03A42E-584D-7F0B-2E5A-29D208C14FFC}"/>
              </a:ext>
            </a:extLst>
          </p:cNvPr>
          <p:cNvSpPr/>
          <p:nvPr/>
        </p:nvSpPr>
        <p:spPr>
          <a:xfrm>
            <a:off x="5657439" y="3717903"/>
            <a:ext cx="92098" cy="98676"/>
          </a:xfrm>
          <a:prstGeom prst="ellipse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8B8381D6-75EB-0E5A-CE7C-31BFCB0EC66C}"/>
              </a:ext>
            </a:extLst>
          </p:cNvPr>
          <p:cNvSpPr/>
          <p:nvPr/>
        </p:nvSpPr>
        <p:spPr>
          <a:xfrm>
            <a:off x="4825497" y="2958605"/>
            <a:ext cx="924040" cy="934904"/>
          </a:xfrm>
          <a:prstGeom prst="ellipse">
            <a:avLst/>
          </a:prstGeom>
          <a:noFill/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 dirty="0"/>
          </a:p>
        </p:txBody>
      </p:sp>
      <p:sp>
        <p:nvSpPr>
          <p:cNvPr id="13" name="Ellipse 12">
            <a:extLst>
              <a:ext uri="{FF2B5EF4-FFF2-40B4-BE49-F238E27FC236}">
                <a16:creationId xmlns:a16="http://schemas.microsoft.com/office/drawing/2014/main" id="{81711622-E883-A858-25EE-FD442E217A0A}"/>
              </a:ext>
            </a:extLst>
          </p:cNvPr>
          <p:cNvSpPr/>
          <p:nvPr/>
        </p:nvSpPr>
        <p:spPr>
          <a:xfrm>
            <a:off x="5749537" y="2383581"/>
            <a:ext cx="2036443" cy="2041251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C0706EAB-AF01-582B-EE8F-DBC4AE457868}"/>
              </a:ext>
            </a:extLst>
          </p:cNvPr>
          <p:cNvSpPr/>
          <p:nvPr/>
        </p:nvSpPr>
        <p:spPr>
          <a:xfrm>
            <a:off x="6216604" y="2874766"/>
            <a:ext cx="1078860" cy="1098598"/>
          </a:xfrm>
          <a:prstGeom prst="ellipse">
            <a:avLst/>
          </a:prstGeom>
          <a:noFill/>
          <a:ln w="28575">
            <a:solidFill>
              <a:schemeClr val="accent5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2704778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CF9EFC-A590-DECA-4FF5-B022091FC7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E97B358C-E3B4-FAA4-600A-4CC81CFF4D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9738" y="0"/>
            <a:ext cx="8712523" cy="6858000"/>
          </a:xfrm>
          <a:prstGeom prst="rect">
            <a:avLst/>
          </a:prstGeom>
        </p:spPr>
      </p:pic>
      <p:sp>
        <p:nvSpPr>
          <p:cNvPr id="2" name="Ellipse 1">
            <a:extLst>
              <a:ext uri="{FF2B5EF4-FFF2-40B4-BE49-F238E27FC236}">
                <a16:creationId xmlns:a16="http://schemas.microsoft.com/office/drawing/2014/main" id="{C97AEDC2-6691-4C7C-CEAD-DAFC9C64B2AD}"/>
              </a:ext>
            </a:extLst>
          </p:cNvPr>
          <p:cNvSpPr/>
          <p:nvPr/>
        </p:nvSpPr>
        <p:spPr>
          <a:xfrm>
            <a:off x="5519292" y="2493220"/>
            <a:ext cx="92098" cy="98676"/>
          </a:xfrm>
          <a:prstGeom prst="ellipse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4" name="Ellipse 3">
            <a:extLst>
              <a:ext uri="{FF2B5EF4-FFF2-40B4-BE49-F238E27FC236}">
                <a16:creationId xmlns:a16="http://schemas.microsoft.com/office/drawing/2014/main" id="{E5E1CE07-1474-973D-B279-987F25BA6EB2}"/>
              </a:ext>
            </a:extLst>
          </p:cNvPr>
          <p:cNvSpPr/>
          <p:nvPr/>
        </p:nvSpPr>
        <p:spPr>
          <a:xfrm>
            <a:off x="5611390" y="2737717"/>
            <a:ext cx="92098" cy="98676"/>
          </a:xfrm>
          <a:prstGeom prst="ellipse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5" name="Ellipse 4">
            <a:extLst>
              <a:ext uri="{FF2B5EF4-FFF2-40B4-BE49-F238E27FC236}">
                <a16:creationId xmlns:a16="http://schemas.microsoft.com/office/drawing/2014/main" id="{EA2D39B8-3907-598F-2D02-21C42CB93CAF}"/>
              </a:ext>
            </a:extLst>
          </p:cNvPr>
          <p:cNvSpPr/>
          <p:nvPr/>
        </p:nvSpPr>
        <p:spPr>
          <a:xfrm>
            <a:off x="5657439" y="3041421"/>
            <a:ext cx="92098" cy="98676"/>
          </a:xfrm>
          <a:prstGeom prst="ellipse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8BA74D2E-B78A-5320-812D-AB1C7F22832A}"/>
              </a:ext>
            </a:extLst>
          </p:cNvPr>
          <p:cNvSpPr/>
          <p:nvPr/>
        </p:nvSpPr>
        <p:spPr>
          <a:xfrm>
            <a:off x="5703488" y="3379662"/>
            <a:ext cx="92098" cy="98676"/>
          </a:xfrm>
          <a:prstGeom prst="ellipse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0D9BE2D8-50AD-3C09-F67E-E00015BA9429}"/>
              </a:ext>
            </a:extLst>
          </p:cNvPr>
          <p:cNvSpPr/>
          <p:nvPr/>
        </p:nvSpPr>
        <p:spPr>
          <a:xfrm>
            <a:off x="6250593" y="3379662"/>
            <a:ext cx="92098" cy="98676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FED76782-5208-E66C-2108-5BE29F71F71E}"/>
              </a:ext>
            </a:extLst>
          </p:cNvPr>
          <p:cNvSpPr/>
          <p:nvPr/>
        </p:nvSpPr>
        <p:spPr>
          <a:xfrm>
            <a:off x="5657439" y="3717903"/>
            <a:ext cx="92098" cy="98676"/>
          </a:xfrm>
          <a:prstGeom prst="ellipse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6683D9FB-3315-409C-86C5-A155AA0AEF9C}"/>
              </a:ext>
            </a:extLst>
          </p:cNvPr>
          <p:cNvSpPr/>
          <p:nvPr/>
        </p:nvSpPr>
        <p:spPr>
          <a:xfrm>
            <a:off x="5611390" y="4006806"/>
            <a:ext cx="92098" cy="98676"/>
          </a:xfrm>
          <a:prstGeom prst="ellipse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3C09171E-9CAE-7A99-2ED3-08B5CFB2637B}"/>
              </a:ext>
            </a:extLst>
          </p:cNvPr>
          <p:cNvSpPr/>
          <p:nvPr/>
        </p:nvSpPr>
        <p:spPr>
          <a:xfrm>
            <a:off x="5519292" y="4266105"/>
            <a:ext cx="92098" cy="98676"/>
          </a:xfrm>
          <a:prstGeom prst="ellipse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2B662286-24F4-6CA9-AD49-9A96DEC6122D}"/>
              </a:ext>
            </a:extLst>
          </p:cNvPr>
          <p:cNvSpPr/>
          <p:nvPr/>
        </p:nvSpPr>
        <p:spPr>
          <a:xfrm>
            <a:off x="5460087" y="4439884"/>
            <a:ext cx="92098" cy="98676"/>
          </a:xfrm>
          <a:prstGeom prst="ellipse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5FB36CDD-DC0A-257D-9A27-6EC2A42763C3}"/>
              </a:ext>
            </a:extLst>
          </p:cNvPr>
          <p:cNvSpPr/>
          <p:nvPr/>
        </p:nvSpPr>
        <p:spPr>
          <a:xfrm>
            <a:off x="5394301" y="4644913"/>
            <a:ext cx="92098" cy="98676"/>
          </a:xfrm>
          <a:prstGeom prst="ellipse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13" name="Ellipse 12">
            <a:extLst>
              <a:ext uri="{FF2B5EF4-FFF2-40B4-BE49-F238E27FC236}">
                <a16:creationId xmlns:a16="http://schemas.microsoft.com/office/drawing/2014/main" id="{5E8974B6-7DBF-CD67-6C6B-6E8FC5877BEC}"/>
              </a:ext>
            </a:extLst>
          </p:cNvPr>
          <p:cNvSpPr/>
          <p:nvPr/>
        </p:nvSpPr>
        <p:spPr>
          <a:xfrm>
            <a:off x="5335096" y="4840072"/>
            <a:ext cx="92098" cy="98676"/>
          </a:xfrm>
          <a:prstGeom prst="ellipse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8A1963FC-8707-E0C6-2D2C-27F2B4C25C01}"/>
              </a:ext>
            </a:extLst>
          </p:cNvPr>
          <p:cNvSpPr/>
          <p:nvPr/>
        </p:nvSpPr>
        <p:spPr>
          <a:xfrm>
            <a:off x="5256155" y="5022075"/>
            <a:ext cx="92098" cy="98676"/>
          </a:xfrm>
          <a:prstGeom prst="ellipse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15" name="Ellipse 14">
            <a:extLst>
              <a:ext uri="{FF2B5EF4-FFF2-40B4-BE49-F238E27FC236}">
                <a16:creationId xmlns:a16="http://schemas.microsoft.com/office/drawing/2014/main" id="{3D676465-81FA-EB08-6460-A6FCA212B6EF}"/>
              </a:ext>
            </a:extLst>
          </p:cNvPr>
          <p:cNvSpPr/>
          <p:nvPr/>
        </p:nvSpPr>
        <p:spPr>
          <a:xfrm>
            <a:off x="5190368" y="5194211"/>
            <a:ext cx="92098" cy="98676"/>
          </a:xfrm>
          <a:prstGeom prst="ellipse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16" name="Ellipse 15">
            <a:extLst>
              <a:ext uri="{FF2B5EF4-FFF2-40B4-BE49-F238E27FC236}">
                <a16:creationId xmlns:a16="http://schemas.microsoft.com/office/drawing/2014/main" id="{1ADFB5B4-0D41-5576-4F12-18A173B1B13F}"/>
              </a:ext>
            </a:extLst>
          </p:cNvPr>
          <p:cNvSpPr/>
          <p:nvPr/>
        </p:nvSpPr>
        <p:spPr>
          <a:xfrm>
            <a:off x="5118007" y="5386081"/>
            <a:ext cx="92098" cy="98676"/>
          </a:xfrm>
          <a:prstGeom prst="ellipse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17" name="Ellipse 16">
            <a:extLst>
              <a:ext uri="{FF2B5EF4-FFF2-40B4-BE49-F238E27FC236}">
                <a16:creationId xmlns:a16="http://schemas.microsoft.com/office/drawing/2014/main" id="{C950632E-CB90-E398-FB89-66337376260E}"/>
              </a:ext>
            </a:extLst>
          </p:cNvPr>
          <p:cNvSpPr/>
          <p:nvPr/>
        </p:nvSpPr>
        <p:spPr>
          <a:xfrm>
            <a:off x="5045643" y="5551639"/>
            <a:ext cx="92098" cy="98676"/>
          </a:xfrm>
          <a:prstGeom prst="ellipse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18" name="Ellipse 17">
            <a:extLst>
              <a:ext uri="{FF2B5EF4-FFF2-40B4-BE49-F238E27FC236}">
                <a16:creationId xmlns:a16="http://schemas.microsoft.com/office/drawing/2014/main" id="{7DCCAC81-84A6-ABA5-4AF4-1732889E84CB}"/>
              </a:ext>
            </a:extLst>
          </p:cNvPr>
          <p:cNvSpPr/>
          <p:nvPr/>
        </p:nvSpPr>
        <p:spPr>
          <a:xfrm>
            <a:off x="4973283" y="5736931"/>
            <a:ext cx="92098" cy="98676"/>
          </a:xfrm>
          <a:prstGeom prst="ellipse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19" name="Ellipse 18">
            <a:extLst>
              <a:ext uri="{FF2B5EF4-FFF2-40B4-BE49-F238E27FC236}">
                <a16:creationId xmlns:a16="http://schemas.microsoft.com/office/drawing/2014/main" id="{A6B1DD36-6969-61D9-A3DB-0D9AD7C96F8F}"/>
              </a:ext>
            </a:extLst>
          </p:cNvPr>
          <p:cNvSpPr/>
          <p:nvPr/>
        </p:nvSpPr>
        <p:spPr>
          <a:xfrm>
            <a:off x="5453509" y="2298061"/>
            <a:ext cx="92098" cy="98676"/>
          </a:xfrm>
          <a:prstGeom prst="ellipse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20" name="Ellipse 19">
            <a:extLst>
              <a:ext uri="{FF2B5EF4-FFF2-40B4-BE49-F238E27FC236}">
                <a16:creationId xmlns:a16="http://schemas.microsoft.com/office/drawing/2014/main" id="{70A88021-EB90-E331-67FF-BE6562109211}"/>
              </a:ext>
            </a:extLst>
          </p:cNvPr>
          <p:cNvSpPr/>
          <p:nvPr/>
        </p:nvSpPr>
        <p:spPr>
          <a:xfrm>
            <a:off x="5387724" y="2093032"/>
            <a:ext cx="92098" cy="98676"/>
          </a:xfrm>
          <a:prstGeom prst="ellipse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21" name="Ellipse 20">
            <a:extLst>
              <a:ext uri="{FF2B5EF4-FFF2-40B4-BE49-F238E27FC236}">
                <a16:creationId xmlns:a16="http://schemas.microsoft.com/office/drawing/2014/main" id="{ED5C1F75-C11C-4629-DB60-5D2D4E1A84B2}"/>
              </a:ext>
            </a:extLst>
          </p:cNvPr>
          <p:cNvSpPr/>
          <p:nvPr/>
        </p:nvSpPr>
        <p:spPr>
          <a:xfrm>
            <a:off x="5335096" y="1896777"/>
            <a:ext cx="92098" cy="98676"/>
          </a:xfrm>
          <a:prstGeom prst="ellipse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22" name="Ellipse 21">
            <a:extLst>
              <a:ext uri="{FF2B5EF4-FFF2-40B4-BE49-F238E27FC236}">
                <a16:creationId xmlns:a16="http://schemas.microsoft.com/office/drawing/2014/main" id="{4090777A-D52F-0116-37CE-D5B790ED440F}"/>
              </a:ext>
            </a:extLst>
          </p:cNvPr>
          <p:cNvSpPr/>
          <p:nvPr/>
        </p:nvSpPr>
        <p:spPr>
          <a:xfrm>
            <a:off x="5256155" y="1707100"/>
            <a:ext cx="92098" cy="98676"/>
          </a:xfrm>
          <a:prstGeom prst="ellipse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23" name="Ellipse 22">
            <a:extLst>
              <a:ext uri="{FF2B5EF4-FFF2-40B4-BE49-F238E27FC236}">
                <a16:creationId xmlns:a16="http://schemas.microsoft.com/office/drawing/2014/main" id="{C21E9435-84F3-1578-E419-A58B9A56272D}"/>
              </a:ext>
            </a:extLst>
          </p:cNvPr>
          <p:cNvSpPr/>
          <p:nvPr/>
        </p:nvSpPr>
        <p:spPr>
          <a:xfrm>
            <a:off x="5190368" y="1537157"/>
            <a:ext cx="92098" cy="98676"/>
          </a:xfrm>
          <a:prstGeom prst="ellipse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24" name="Ellipse 23">
            <a:extLst>
              <a:ext uri="{FF2B5EF4-FFF2-40B4-BE49-F238E27FC236}">
                <a16:creationId xmlns:a16="http://schemas.microsoft.com/office/drawing/2014/main" id="{160618FC-B844-0176-A76C-09802A9F53CD}"/>
              </a:ext>
            </a:extLst>
          </p:cNvPr>
          <p:cNvSpPr/>
          <p:nvPr/>
        </p:nvSpPr>
        <p:spPr>
          <a:xfrm>
            <a:off x="5131164" y="1342546"/>
            <a:ext cx="92098" cy="98676"/>
          </a:xfrm>
          <a:prstGeom prst="ellipse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25" name="Ellipse 24">
            <a:extLst>
              <a:ext uri="{FF2B5EF4-FFF2-40B4-BE49-F238E27FC236}">
                <a16:creationId xmlns:a16="http://schemas.microsoft.com/office/drawing/2014/main" id="{E5F46D1A-EA61-0285-BBDA-C4DDC8EC5AA2}"/>
              </a:ext>
            </a:extLst>
          </p:cNvPr>
          <p:cNvSpPr/>
          <p:nvPr/>
        </p:nvSpPr>
        <p:spPr>
          <a:xfrm>
            <a:off x="5039066" y="1169313"/>
            <a:ext cx="92098" cy="98676"/>
          </a:xfrm>
          <a:prstGeom prst="ellipse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26" name="Ellipse 25">
            <a:extLst>
              <a:ext uri="{FF2B5EF4-FFF2-40B4-BE49-F238E27FC236}">
                <a16:creationId xmlns:a16="http://schemas.microsoft.com/office/drawing/2014/main" id="{920BE946-4C82-26D0-F45D-A06BFD54798D}"/>
              </a:ext>
            </a:extLst>
          </p:cNvPr>
          <p:cNvSpPr/>
          <p:nvPr/>
        </p:nvSpPr>
        <p:spPr>
          <a:xfrm>
            <a:off x="4973283" y="973055"/>
            <a:ext cx="92098" cy="98676"/>
          </a:xfrm>
          <a:prstGeom prst="ellipse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1433601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47E0B6-62AF-3E07-17A6-C4894A5F47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532D83B2-86F5-FEE5-56E1-BBB60F87BF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9738" y="0"/>
            <a:ext cx="8712523" cy="6858000"/>
          </a:xfrm>
          <a:prstGeom prst="rect">
            <a:avLst/>
          </a:prstGeom>
        </p:spPr>
      </p:pic>
      <p:sp>
        <p:nvSpPr>
          <p:cNvPr id="7" name="Ellipse 6">
            <a:extLst>
              <a:ext uri="{FF2B5EF4-FFF2-40B4-BE49-F238E27FC236}">
                <a16:creationId xmlns:a16="http://schemas.microsoft.com/office/drawing/2014/main" id="{58F0E8CD-D64A-B6B6-1499-A295A3F9A52F}"/>
              </a:ext>
            </a:extLst>
          </p:cNvPr>
          <p:cNvSpPr/>
          <p:nvPr/>
        </p:nvSpPr>
        <p:spPr>
          <a:xfrm>
            <a:off x="6250593" y="3379662"/>
            <a:ext cx="92098" cy="98676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grpSp>
        <p:nvGrpSpPr>
          <p:cNvPr id="27" name="Groupe 26">
            <a:extLst>
              <a:ext uri="{FF2B5EF4-FFF2-40B4-BE49-F238E27FC236}">
                <a16:creationId xmlns:a16="http://schemas.microsoft.com/office/drawing/2014/main" id="{230544DD-5177-8FA5-BD61-835E8B4C55B7}"/>
              </a:ext>
            </a:extLst>
          </p:cNvPr>
          <p:cNvGrpSpPr/>
          <p:nvPr/>
        </p:nvGrpSpPr>
        <p:grpSpPr>
          <a:xfrm>
            <a:off x="4973283" y="973055"/>
            <a:ext cx="822303" cy="4862552"/>
            <a:chOff x="4973283" y="973055"/>
            <a:chExt cx="822303" cy="4862552"/>
          </a:xfrm>
        </p:grpSpPr>
        <p:sp>
          <p:nvSpPr>
            <p:cNvPr id="2" name="Ellipse 1">
              <a:extLst>
                <a:ext uri="{FF2B5EF4-FFF2-40B4-BE49-F238E27FC236}">
                  <a16:creationId xmlns:a16="http://schemas.microsoft.com/office/drawing/2014/main" id="{D2D1D85D-A81A-8F2A-DCBD-6E831C67F66C}"/>
                </a:ext>
              </a:extLst>
            </p:cNvPr>
            <p:cNvSpPr/>
            <p:nvPr/>
          </p:nvSpPr>
          <p:spPr>
            <a:xfrm>
              <a:off x="5519292" y="2493220"/>
              <a:ext cx="92098" cy="98676"/>
            </a:xfrm>
            <a:prstGeom prst="ellips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BE"/>
            </a:p>
          </p:txBody>
        </p:sp>
        <p:sp>
          <p:nvSpPr>
            <p:cNvPr id="4" name="Ellipse 3">
              <a:extLst>
                <a:ext uri="{FF2B5EF4-FFF2-40B4-BE49-F238E27FC236}">
                  <a16:creationId xmlns:a16="http://schemas.microsoft.com/office/drawing/2014/main" id="{4683D875-AF90-13A3-0F5A-4DB092CF41C8}"/>
                </a:ext>
              </a:extLst>
            </p:cNvPr>
            <p:cNvSpPr/>
            <p:nvPr/>
          </p:nvSpPr>
          <p:spPr>
            <a:xfrm>
              <a:off x="5611390" y="2737717"/>
              <a:ext cx="92098" cy="98676"/>
            </a:xfrm>
            <a:prstGeom prst="ellips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BE"/>
            </a:p>
          </p:txBody>
        </p:sp>
        <p:sp>
          <p:nvSpPr>
            <p:cNvPr id="5" name="Ellipse 4">
              <a:extLst>
                <a:ext uri="{FF2B5EF4-FFF2-40B4-BE49-F238E27FC236}">
                  <a16:creationId xmlns:a16="http://schemas.microsoft.com/office/drawing/2014/main" id="{3D31842A-3135-ED96-49DA-4BD1FC683FEA}"/>
                </a:ext>
              </a:extLst>
            </p:cNvPr>
            <p:cNvSpPr/>
            <p:nvPr/>
          </p:nvSpPr>
          <p:spPr>
            <a:xfrm>
              <a:off x="5657439" y="3041421"/>
              <a:ext cx="92098" cy="98676"/>
            </a:xfrm>
            <a:prstGeom prst="ellips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BE"/>
            </a:p>
          </p:txBody>
        </p:sp>
        <p:sp>
          <p:nvSpPr>
            <p:cNvPr id="6" name="Ellipse 5">
              <a:extLst>
                <a:ext uri="{FF2B5EF4-FFF2-40B4-BE49-F238E27FC236}">
                  <a16:creationId xmlns:a16="http://schemas.microsoft.com/office/drawing/2014/main" id="{C1638036-554D-7222-DE87-74AF6B677208}"/>
                </a:ext>
              </a:extLst>
            </p:cNvPr>
            <p:cNvSpPr/>
            <p:nvPr/>
          </p:nvSpPr>
          <p:spPr>
            <a:xfrm>
              <a:off x="5703488" y="3379662"/>
              <a:ext cx="92098" cy="98676"/>
            </a:xfrm>
            <a:prstGeom prst="ellips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BE"/>
            </a:p>
          </p:txBody>
        </p:sp>
        <p:sp>
          <p:nvSpPr>
            <p:cNvPr id="8" name="Ellipse 7">
              <a:extLst>
                <a:ext uri="{FF2B5EF4-FFF2-40B4-BE49-F238E27FC236}">
                  <a16:creationId xmlns:a16="http://schemas.microsoft.com/office/drawing/2014/main" id="{BA5D592B-9D23-86C6-4C03-810BC62C3AAB}"/>
                </a:ext>
              </a:extLst>
            </p:cNvPr>
            <p:cNvSpPr/>
            <p:nvPr/>
          </p:nvSpPr>
          <p:spPr>
            <a:xfrm>
              <a:off x="5657439" y="3717903"/>
              <a:ext cx="92098" cy="98676"/>
            </a:xfrm>
            <a:prstGeom prst="ellips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BE"/>
            </a:p>
          </p:txBody>
        </p:sp>
        <p:sp>
          <p:nvSpPr>
            <p:cNvPr id="9" name="Ellipse 8">
              <a:extLst>
                <a:ext uri="{FF2B5EF4-FFF2-40B4-BE49-F238E27FC236}">
                  <a16:creationId xmlns:a16="http://schemas.microsoft.com/office/drawing/2014/main" id="{0290F2BD-8B99-297B-4504-D230213BBA14}"/>
                </a:ext>
              </a:extLst>
            </p:cNvPr>
            <p:cNvSpPr/>
            <p:nvPr/>
          </p:nvSpPr>
          <p:spPr>
            <a:xfrm>
              <a:off x="5611390" y="4006806"/>
              <a:ext cx="92098" cy="98676"/>
            </a:xfrm>
            <a:prstGeom prst="ellips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BE"/>
            </a:p>
          </p:txBody>
        </p:sp>
        <p:sp>
          <p:nvSpPr>
            <p:cNvPr id="10" name="Ellipse 9">
              <a:extLst>
                <a:ext uri="{FF2B5EF4-FFF2-40B4-BE49-F238E27FC236}">
                  <a16:creationId xmlns:a16="http://schemas.microsoft.com/office/drawing/2014/main" id="{891BCB8F-9C7E-DF1F-8E1A-59C8B03D6273}"/>
                </a:ext>
              </a:extLst>
            </p:cNvPr>
            <p:cNvSpPr/>
            <p:nvPr/>
          </p:nvSpPr>
          <p:spPr>
            <a:xfrm>
              <a:off x="5519292" y="4266105"/>
              <a:ext cx="92098" cy="98676"/>
            </a:xfrm>
            <a:prstGeom prst="ellips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BE"/>
            </a:p>
          </p:txBody>
        </p:sp>
        <p:sp>
          <p:nvSpPr>
            <p:cNvPr id="11" name="Ellipse 10">
              <a:extLst>
                <a:ext uri="{FF2B5EF4-FFF2-40B4-BE49-F238E27FC236}">
                  <a16:creationId xmlns:a16="http://schemas.microsoft.com/office/drawing/2014/main" id="{979AF0D1-1B34-47AC-C2E0-23051F591BD8}"/>
                </a:ext>
              </a:extLst>
            </p:cNvPr>
            <p:cNvSpPr/>
            <p:nvPr/>
          </p:nvSpPr>
          <p:spPr>
            <a:xfrm>
              <a:off x="5460087" y="4439884"/>
              <a:ext cx="92098" cy="98676"/>
            </a:xfrm>
            <a:prstGeom prst="ellips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BE"/>
            </a:p>
          </p:txBody>
        </p:sp>
        <p:sp>
          <p:nvSpPr>
            <p:cNvPr id="12" name="Ellipse 11">
              <a:extLst>
                <a:ext uri="{FF2B5EF4-FFF2-40B4-BE49-F238E27FC236}">
                  <a16:creationId xmlns:a16="http://schemas.microsoft.com/office/drawing/2014/main" id="{48BF4B62-EEEC-2A99-939B-2A6BA7E6BDFB}"/>
                </a:ext>
              </a:extLst>
            </p:cNvPr>
            <p:cNvSpPr/>
            <p:nvPr/>
          </p:nvSpPr>
          <p:spPr>
            <a:xfrm>
              <a:off x="5394301" y="4644913"/>
              <a:ext cx="92098" cy="98676"/>
            </a:xfrm>
            <a:prstGeom prst="ellips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BE"/>
            </a:p>
          </p:txBody>
        </p:sp>
        <p:sp>
          <p:nvSpPr>
            <p:cNvPr id="13" name="Ellipse 12">
              <a:extLst>
                <a:ext uri="{FF2B5EF4-FFF2-40B4-BE49-F238E27FC236}">
                  <a16:creationId xmlns:a16="http://schemas.microsoft.com/office/drawing/2014/main" id="{42A97A24-5EE5-12EC-7FC6-172F1689087E}"/>
                </a:ext>
              </a:extLst>
            </p:cNvPr>
            <p:cNvSpPr/>
            <p:nvPr/>
          </p:nvSpPr>
          <p:spPr>
            <a:xfrm>
              <a:off x="5335096" y="4840072"/>
              <a:ext cx="92098" cy="98676"/>
            </a:xfrm>
            <a:prstGeom prst="ellips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BE"/>
            </a:p>
          </p:txBody>
        </p:sp>
        <p:sp>
          <p:nvSpPr>
            <p:cNvPr id="14" name="Ellipse 13">
              <a:extLst>
                <a:ext uri="{FF2B5EF4-FFF2-40B4-BE49-F238E27FC236}">
                  <a16:creationId xmlns:a16="http://schemas.microsoft.com/office/drawing/2014/main" id="{E1F1EE8E-6BBA-9FF9-EBF0-DA4AF059F683}"/>
                </a:ext>
              </a:extLst>
            </p:cNvPr>
            <p:cNvSpPr/>
            <p:nvPr/>
          </p:nvSpPr>
          <p:spPr>
            <a:xfrm>
              <a:off x="5256155" y="5022075"/>
              <a:ext cx="92098" cy="98676"/>
            </a:xfrm>
            <a:prstGeom prst="ellips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BE"/>
            </a:p>
          </p:txBody>
        </p:sp>
        <p:sp>
          <p:nvSpPr>
            <p:cNvPr id="15" name="Ellipse 14">
              <a:extLst>
                <a:ext uri="{FF2B5EF4-FFF2-40B4-BE49-F238E27FC236}">
                  <a16:creationId xmlns:a16="http://schemas.microsoft.com/office/drawing/2014/main" id="{48B21190-9DCF-5ED7-9A9F-91C37E9525A6}"/>
                </a:ext>
              </a:extLst>
            </p:cNvPr>
            <p:cNvSpPr/>
            <p:nvPr/>
          </p:nvSpPr>
          <p:spPr>
            <a:xfrm>
              <a:off x="5190368" y="5194211"/>
              <a:ext cx="92098" cy="98676"/>
            </a:xfrm>
            <a:prstGeom prst="ellips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BE"/>
            </a:p>
          </p:txBody>
        </p:sp>
        <p:sp>
          <p:nvSpPr>
            <p:cNvPr id="16" name="Ellipse 15">
              <a:extLst>
                <a:ext uri="{FF2B5EF4-FFF2-40B4-BE49-F238E27FC236}">
                  <a16:creationId xmlns:a16="http://schemas.microsoft.com/office/drawing/2014/main" id="{124B53FD-8EE4-C0EC-1617-E3FD68B0FD11}"/>
                </a:ext>
              </a:extLst>
            </p:cNvPr>
            <p:cNvSpPr/>
            <p:nvPr/>
          </p:nvSpPr>
          <p:spPr>
            <a:xfrm>
              <a:off x="5118007" y="5386081"/>
              <a:ext cx="92098" cy="98676"/>
            </a:xfrm>
            <a:prstGeom prst="ellips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BE"/>
            </a:p>
          </p:txBody>
        </p:sp>
        <p:sp>
          <p:nvSpPr>
            <p:cNvPr id="17" name="Ellipse 16">
              <a:extLst>
                <a:ext uri="{FF2B5EF4-FFF2-40B4-BE49-F238E27FC236}">
                  <a16:creationId xmlns:a16="http://schemas.microsoft.com/office/drawing/2014/main" id="{9E4D808E-2396-FB32-0626-7446C625375E}"/>
                </a:ext>
              </a:extLst>
            </p:cNvPr>
            <p:cNvSpPr/>
            <p:nvPr/>
          </p:nvSpPr>
          <p:spPr>
            <a:xfrm>
              <a:off x="5045643" y="5551639"/>
              <a:ext cx="92098" cy="98676"/>
            </a:xfrm>
            <a:prstGeom prst="ellips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BE"/>
            </a:p>
          </p:txBody>
        </p:sp>
        <p:sp>
          <p:nvSpPr>
            <p:cNvPr id="18" name="Ellipse 17">
              <a:extLst>
                <a:ext uri="{FF2B5EF4-FFF2-40B4-BE49-F238E27FC236}">
                  <a16:creationId xmlns:a16="http://schemas.microsoft.com/office/drawing/2014/main" id="{35D96C29-F3EE-A387-50A7-B1979F769EA1}"/>
                </a:ext>
              </a:extLst>
            </p:cNvPr>
            <p:cNvSpPr/>
            <p:nvPr/>
          </p:nvSpPr>
          <p:spPr>
            <a:xfrm>
              <a:off x="4973283" y="5736931"/>
              <a:ext cx="92098" cy="98676"/>
            </a:xfrm>
            <a:prstGeom prst="ellips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BE"/>
            </a:p>
          </p:txBody>
        </p:sp>
        <p:sp>
          <p:nvSpPr>
            <p:cNvPr id="19" name="Ellipse 18">
              <a:extLst>
                <a:ext uri="{FF2B5EF4-FFF2-40B4-BE49-F238E27FC236}">
                  <a16:creationId xmlns:a16="http://schemas.microsoft.com/office/drawing/2014/main" id="{E6882D5C-5421-41C0-6FFC-D75F1EC8A02D}"/>
                </a:ext>
              </a:extLst>
            </p:cNvPr>
            <p:cNvSpPr/>
            <p:nvPr/>
          </p:nvSpPr>
          <p:spPr>
            <a:xfrm>
              <a:off x="5453509" y="2298061"/>
              <a:ext cx="92098" cy="98676"/>
            </a:xfrm>
            <a:prstGeom prst="ellips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BE"/>
            </a:p>
          </p:txBody>
        </p:sp>
        <p:sp>
          <p:nvSpPr>
            <p:cNvPr id="20" name="Ellipse 19">
              <a:extLst>
                <a:ext uri="{FF2B5EF4-FFF2-40B4-BE49-F238E27FC236}">
                  <a16:creationId xmlns:a16="http://schemas.microsoft.com/office/drawing/2014/main" id="{11521853-3123-B19A-2FD2-260741E21905}"/>
                </a:ext>
              </a:extLst>
            </p:cNvPr>
            <p:cNvSpPr/>
            <p:nvPr/>
          </p:nvSpPr>
          <p:spPr>
            <a:xfrm>
              <a:off x="5387724" y="2093032"/>
              <a:ext cx="92098" cy="98676"/>
            </a:xfrm>
            <a:prstGeom prst="ellips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BE"/>
            </a:p>
          </p:txBody>
        </p:sp>
        <p:sp>
          <p:nvSpPr>
            <p:cNvPr id="21" name="Ellipse 20">
              <a:extLst>
                <a:ext uri="{FF2B5EF4-FFF2-40B4-BE49-F238E27FC236}">
                  <a16:creationId xmlns:a16="http://schemas.microsoft.com/office/drawing/2014/main" id="{AA9F5445-F70E-B0DE-FE18-12BCF9EB5F21}"/>
                </a:ext>
              </a:extLst>
            </p:cNvPr>
            <p:cNvSpPr/>
            <p:nvPr/>
          </p:nvSpPr>
          <p:spPr>
            <a:xfrm>
              <a:off x="5335096" y="1896777"/>
              <a:ext cx="92098" cy="98676"/>
            </a:xfrm>
            <a:prstGeom prst="ellips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BE"/>
            </a:p>
          </p:txBody>
        </p:sp>
        <p:sp>
          <p:nvSpPr>
            <p:cNvPr id="22" name="Ellipse 21">
              <a:extLst>
                <a:ext uri="{FF2B5EF4-FFF2-40B4-BE49-F238E27FC236}">
                  <a16:creationId xmlns:a16="http://schemas.microsoft.com/office/drawing/2014/main" id="{A57C7C6F-E6E3-DB50-2CCA-CABDF9D73FB0}"/>
                </a:ext>
              </a:extLst>
            </p:cNvPr>
            <p:cNvSpPr/>
            <p:nvPr/>
          </p:nvSpPr>
          <p:spPr>
            <a:xfrm>
              <a:off x="5256155" y="1707100"/>
              <a:ext cx="92098" cy="98676"/>
            </a:xfrm>
            <a:prstGeom prst="ellips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BE"/>
            </a:p>
          </p:txBody>
        </p:sp>
        <p:sp>
          <p:nvSpPr>
            <p:cNvPr id="23" name="Ellipse 22">
              <a:extLst>
                <a:ext uri="{FF2B5EF4-FFF2-40B4-BE49-F238E27FC236}">
                  <a16:creationId xmlns:a16="http://schemas.microsoft.com/office/drawing/2014/main" id="{72E151FC-5407-AD09-97E3-61CA3289997E}"/>
                </a:ext>
              </a:extLst>
            </p:cNvPr>
            <p:cNvSpPr/>
            <p:nvPr/>
          </p:nvSpPr>
          <p:spPr>
            <a:xfrm>
              <a:off x="5190368" y="1537157"/>
              <a:ext cx="92098" cy="98676"/>
            </a:xfrm>
            <a:prstGeom prst="ellips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BE"/>
            </a:p>
          </p:txBody>
        </p:sp>
        <p:sp>
          <p:nvSpPr>
            <p:cNvPr id="24" name="Ellipse 23">
              <a:extLst>
                <a:ext uri="{FF2B5EF4-FFF2-40B4-BE49-F238E27FC236}">
                  <a16:creationId xmlns:a16="http://schemas.microsoft.com/office/drawing/2014/main" id="{D0FEA0CF-BCE1-5EA5-AE4B-4F53B991BA3B}"/>
                </a:ext>
              </a:extLst>
            </p:cNvPr>
            <p:cNvSpPr/>
            <p:nvPr/>
          </p:nvSpPr>
          <p:spPr>
            <a:xfrm>
              <a:off x="5131164" y="1342546"/>
              <a:ext cx="92098" cy="98676"/>
            </a:xfrm>
            <a:prstGeom prst="ellips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BE"/>
            </a:p>
          </p:txBody>
        </p:sp>
        <p:sp>
          <p:nvSpPr>
            <p:cNvPr id="25" name="Ellipse 24">
              <a:extLst>
                <a:ext uri="{FF2B5EF4-FFF2-40B4-BE49-F238E27FC236}">
                  <a16:creationId xmlns:a16="http://schemas.microsoft.com/office/drawing/2014/main" id="{5E485B28-205C-717F-5030-80CDCA67C9A2}"/>
                </a:ext>
              </a:extLst>
            </p:cNvPr>
            <p:cNvSpPr/>
            <p:nvPr/>
          </p:nvSpPr>
          <p:spPr>
            <a:xfrm>
              <a:off x="5039066" y="1169313"/>
              <a:ext cx="92098" cy="98676"/>
            </a:xfrm>
            <a:prstGeom prst="ellips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BE"/>
            </a:p>
          </p:txBody>
        </p:sp>
        <p:sp>
          <p:nvSpPr>
            <p:cNvPr id="26" name="Ellipse 25">
              <a:extLst>
                <a:ext uri="{FF2B5EF4-FFF2-40B4-BE49-F238E27FC236}">
                  <a16:creationId xmlns:a16="http://schemas.microsoft.com/office/drawing/2014/main" id="{4A75AA85-FE90-882A-2F1E-F905CC1B2621}"/>
                </a:ext>
              </a:extLst>
            </p:cNvPr>
            <p:cNvSpPr/>
            <p:nvPr/>
          </p:nvSpPr>
          <p:spPr>
            <a:xfrm>
              <a:off x="4973283" y="973055"/>
              <a:ext cx="92098" cy="98676"/>
            </a:xfrm>
            <a:prstGeom prst="ellips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BE"/>
            </a:p>
          </p:txBody>
        </p:sp>
      </p:grpSp>
      <p:grpSp>
        <p:nvGrpSpPr>
          <p:cNvPr id="28" name="Groupe 27">
            <a:extLst>
              <a:ext uri="{FF2B5EF4-FFF2-40B4-BE49-F238E27FC236}">
                <a16:creationId xmlns:a16="http://schemas.microsoft.com/office/drawing/2014/main" id="{25B76961-0DC8-A391-8408-AE3A1860F8F6}"/>
              </a:ext>
            </a:extLst>
          </p:cNvPr>
          <p:cNvGrpSpPr/>
          <p:nvPr/>
        </p:nvGrpSpPr>
        <p:grpSpPr>
          <a:xfrm>
            <a:off x="6255648" y="976460"/>
            <a:ext cx="822303" cy="4862552"/>
            <a:chOff x="4973283" y="973055"/>
            <a:chExt cx="822303" cy="4862552"/>
          </a:xfrm>
          <a:scene3d>
            <a:camera prst="orthographicFront">
              <a:rot lat="0" lon="10799999" rev="0"/>
            </a:camera>
            <a:lightRig rig="threePt" dir="t"/>
          </a:scene3d>
        </p:grpSpPr>
        <p:sp>
          <p:nvSpPr>
            <p:cNvPr id="29" name="Ellipse 28">
              <a:extLst>
                <a:ext uri="{FF2B5EF4-FFF2-40B4-BE49-F238E27FC236}">
                  <a16:creationId xmlns:a16="http://schemas.microsoft.com/office/drawing/2014/main" id="{56C3AE62-F499-4F49-3AE0-58387D51B2FF}"/>
                </a:ext>
              </a:extLst>
            </p:cNvPr>
            <p:cNvSpPr/>
            <p:nvPr/>
          </p:nvSpPr>
          <p:spPr>
            <a:xfrm>
              <a:off x="5519292" y="2493220"/>
              <a:ext cx="92098" cy="98676"/>
            </a:xfrm>
            <a:prstGeom prst="ellips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BE"/>
            </a:p>
          </p:txBody>
        </p:sp>
        <p:sp>
          <p:nvSpPr>
            <p:cNvPr id="30" name="Ellipse 29">
              <a:extLst>
                <a:ext uri="{FF2B5EF4-FFF2-40B4-BE49-F238E27FC236}">
                  <a16:creationId xmlns:a16="http://schemas.microsoft.com/office/drawing/2014/main" id="{B995A236-040C-F021-9D43-745D544151CA}"/>
                </a:ext>
              </a:extLst>
            </p:cNvPr>
            <p:cNvSpPr/>
            <p:nvPr/>
          </p:nvSpPr>
          <p:spPr>
            <a:xfrm>
              <a:off x="5611390" y="2737717"/>
              <a:ext cx="92098" cy="98676"/>
            </a:xfrm>
            <a:prstGeom prst="ellips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BE"/>
            </a:p>
          </p:txBody>
        </p:sp>
        <p:sp>
          <p:nvSpPr>
            <p:cNvPr id="31" name="Ellipse 30">
              <a:extLst>
                <a:ext uri="{FF2B5EF4-FFF2-40B4-BE49-F238E27FC236}">
                  <a16:creationId xmlns:a16="http://schemas.microsoft.com/office/drawing/2014/main" id="{201A4CB8-1DB8-85B7-260D-CD93568511C6}"/>
                </a:ext>
              </a:extLst>
            </p:cNvPr>
            <p:cNvSpPr/>
            <p:nvPr/>
          </p:nvSpPr>
          <p:spPr>
            <a:xfrm>
              <a:off x="5657439" y="3041421"/>
              <a:ext cx="92098" cy="98676"/>
            </a:xfrm>
            <a:prstGeom prst="ellips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BE"/>
            </a:p>
          </p:txBody>
        </p:sp>
        <p:sp>
          <p:nvSpPr>
            <p:cNvPr id="32" name="Ellipse 31">
              <a:extLst>
                <a:ext uri="{FF2B5EF4-FFF2-40B4-BE49-F238E27FC236}">
                  <a16:creationId xmlns:a16="http://schemas.microsoft.com/office/drawing/2014/main" id="{B5856ECF-E78C-E1C8-D462-EE91E54E6573}"/>
                </a:ext>
              </a:extLst>
            </p:cNvPr>
            <p:cNvSpPr/>
            <p:nvPr/>
          </p:nvSpPr>
          <p:spPr>
            <a:xfrm>
              <a:off x="5703488" y="3379662"/>
              <a:ext cx="92098" cy="98676"/>
            </a:xfrm>
            <a:prstGeom prst="ellips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BE"/>
            </a:p>
          </p:txBody>
        </p:sp>
        <p:sp>
          <p:nvSpPr>
            <p:cNvPr id="33" name="Ellipse 32">
              <a:extLst>
                <a:ext uri="{FF2B5EF4-FFF2-40B4-BE49-F238E27FC236}">
                  <a16:creationId xmlns:a16="http://schemas.microsoft.com/office/drawing/2014/main" id="{2D272AD9-31F9-E70E-99FD-EA534D7CACB9}"/>
                </a:ext>
              </a:extLst>
            </p:cNvPr>
            <p:cNvSpPr/>
            <p:nvPr/>
          </p:nvSpPr>
          <p:spPr>
            <a:xfrm>
              <a:off x="5657439" y="3717903"/>
              <a:ext cx="92098" cy="98676"/>
            </a:xfrm>
            <a:prstGeom prst="ellips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BE"/>
            </a:p>
          </p:txBody>
        </p:sp>
        <p:sp>
          <p:nvSpPr>
            <p:cNvPr id="34" name="Ellipse 33">
              <a:extLst>
                <a:ext uri="{FF2B5EF4-FFF2-40B4-BE49-F238E27FC236}">
                  <a16:creationId xmlns:a16="http://schemas.microsoft.com/office/drawing/2014/main" id="{741EAF72-D184-F960-4F03-C2CA2E27DEED}"/>
                </a:ext>
              </a:extLst>
            </p:cNvPr>
            <p:cNvSpPr/>
            <p:nvPr/>
          </p:nvSpPr>
          <p:spPr>
            <a:xfrm>
              <a:off x="5611390" y="4006806"/>
              <a:ext cx="92098" cy="98676"/>
            </a:xfrm>
            <a:prstGeom prst="ellips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BE"/>
            </a:p>
          </p:txBody>
        </p:sp>
        <p:sp>
          <p:nvSpPr>
            <p:cNvPr id="35" name="Ellipse 34">
              <a:extLst>
                <a:ext uri="{FF2B5EF4-FFF2-40B4-BE49-F238E27FC236}">
                  <a16:creationId xmlns:a16="http://schemas.microsoft.com/office/drawing/2014/main" id="{DA51577B-D929-6196-CF2E-9C244481FF91}"/>
                </a:ext>
              </a:extLst>
            </p:cNvPr>
            <p:cNvSpPr/>
            <p:nvPr/>
          </p:nvSpPr>
          <p:spPr>
            <a:xfrm>
              <a:off x="5519292" y="4266105"/>
              <a:ext cx="92098" cy="98676"/>
            </a:xfrm>
            <a:prstGeom prst="ellips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BE"/>
            </a:p>
          </p:txBody>
        </p:sp>
        <p:sp>
          <p:nvSpPr>
            <p:cNvPr id="36" name="Ellipse 35">
              <a:extLst>
                <a:ext uri="{FF2B5EF4-FFF2-40B4-BE49-F238E27FC236}">
                  <a16:creationId xmlns:a16="http://schemas.microsoft.com/office/drawing/2014/main" id="{BB70F2E6-9D92-0F0F-876F-5F42650E06D2}"/>
                </a:ext>
              </a:extLst>
            </p:cNvPr>
            <p:cNvSpPr/>
            <p:nvPr/>
          </p:nvSpPr>
          <p:spPr>
            <a:xfrm>
              <a:off x="5460087" y="4439884"/>
              <a:ext cx="92098" cy="98676"/>
            </a:xfrm>
            <a:prstGeom prst="ellips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BE"/>
            </a:p>
          </p:txBody>
        </p:sp>
        <p:sp>
          <p:nvSpPr>
            <p:cNvPr id="37" name="Ellipse 36">
              <a:extLst>
                <a:ext uri="{FF2B5EF4-FFF2-40B4-BE49-F238E27FC236}">
                  <a16:creationId xmlns:a16="http://schemas.microsoft.com/office/drawing/2014/main" id="{07BEFA7E-F34F-446F-0BDE-E4A2BE36F54E}"/>
                </a:ext>
              </a:extLst>
            </p:cNvPr>
            <p:cNvSpPr/>
            <p:nvPr/>
          </p:nvSpPr>
          <p:spPr>
            <a:xfrm>
              <a:off x="5394301" y="4644913"/>
              <a:ext cx="92098" cy="98676"/>
            </a:xfrm>
            <a:prstGeom prst="ellips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BE"/>
            </a:p>
          </p:txBody>
        </p:sp>
        <p:sp>
          <p:nvSpPr>
            <p:cNvPr id="38" name="Ellipse 37">
              <a:extLst>
                <a:ext uri="{FF2B5EF4-FFF2-40B4-BE49-F238E27FC236}">
                  <a16:creationId xmlns:a16="http://schemas.microsoft.com/office/drawing/2014/main" id="{75F80B63-1068-2A4A-5A4D-6F24C4F721C2}"/>
                </a:ext>
              </a:extLst>
            </p:cNvPr>
            <p:cNvSpPr/>
            <p:nvPr/>
          </p:nvSpPr>
          <p:spPr>
            <a:xfrm>
              <a:off x="5335096" y="4840072"/>
              <a:ext cx="92098" cy="98676"/>
            </a:xfrm>
            <a:prstGeom prst="ellips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BE"/>
            </a:p>
          </p:txBody>
        </p:sp>
        <p:sp>
          <p:nvSpPr>
            <p:cNvPr id="39" name="Ellipse 38">
              <a:extLst>
                <a:ext uri="{FF2B5EF4-FFF2-40B4-BE49-F238E27FC236}">
                  <a16:creationId xmlns:a16="http://schemas.microsoft.com/office/drawing/2014/main" id="{873E1E43-86B5-A1B1-079F-A1BA38C1854C}"/>
                </a:ext>
              </a:extLst>
            </p:cNvPr>
            <p:cNvSpPr/>
            <p:nvPr/>
          </p:nvSpPr>
          <p:spPr>
            <a:xfrm>
              <a:off x="5256155" y="5022075"/>
              <a:ext cx="92098" cy="98676"/>
            </a:xfrm>
            <a:prstGeom prst="ellips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BE"/>
            </a:p>
          </p:txBody>
        </p:sp>
        <p:sp>
          <p:nvSpPr>
            <p:cNvPr id="40" name="Ellipse 39">
              <a:extLst>
                <a:ext uri="{FF2B5EF4-FFF2-40B4-BE49-F238E27FC236}">
                  <a16:creationId xmlns:a16="http://schemas.microsoft.com/office/drawing/2014/main" id="{9C3E56AD-1912-F031-1E9D-EDB9EBF80EE5}"/>
                </a:ext>
              </a:extLst>
            </p:cNvPr>
            <p:cNvSpPr/>
            <p:nvPr/>
          </p:nvSpPr>
          <p:spPr>
            <a:xfrm>
              <a:off x="5190368" y="5194211"/>
              <a:ext cx="92098" cy="98676"/>
            </a:xfrm>
            <a:prstGeom prst="ellips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BE"/>
            </a:p>
          </p:txBody>
        </p:sp>
        <p:sp>
          <p:nvSpPr>
            <p:cNvPr id="41" name="Ellipse 40">
              <a:extLst>
                <a:ext uri="{FF2B5EF4-FFF2-40B4-BE49-F238E27FC236}">
                  <a16:creationId xmlns:a16="http://schemas.microsoft.com/office/drawing/2014/main" id="{D66476E4-9171-2996-BD9C-144975C67BF0}"/>
                </a:ext>
              </a:extLst>
            </p:cNvPr>
            <p:cNvSpPr/>
            <p:nvPr/>
          </p:nvSpPr>
          <p:spPr>
            <a:xfrm>
              <a:off x="5118007" y="5386081"/>
              <a:ext cx="92098" cy="98676"/>
            </a:xfrm>
            <a:prstGeom prst="ellips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BE"/>
            </a:p>
          </p:txBody>
        </p:sp>
        <p:sp>
          <p:nvSpPr>
            <p:cNvPr id="42" name="Ellipse 41">
              <a:extLst>
                <a:ext uri="{FF2B5EF4-FFF2-40B4-BE49-F238E27FC236}">
                  <a16:creationId xmlns:a16="http://schemas.microsoft.com/office/drawing/2014/main" id="{BE0D9E98-97FD-DBA2-730D-8F8544F7D5B8}"/>
                </a:ext>
              </a:extLst>
            </p:cNvPr>
            <p:cNvSpPr/>
            <p:nvPr/>
          </p:nvSpPr>
          <p:spPr>
            <a:xfrm>
              <a:off x="5045643" y="5551639"/>
              <a:ext cx="92098" cy="98676"/>
            </a:xfrm>
            <a:prstGeom prst="ellips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BE"/>
            </a:p>
          </p:txBody>
        </p:sp>
        <p:sp>
          <p:nvSpPr>
            <p:cNvPr id="43" name="Ellipse 42">
              <a:extLst>
                <a:ext uri="{FF2B5EF4-FFF2-40B4-BE49-F238E27FC236}">
                  <a16:creationId xmlns:a16="http://schemas.microsoft.com/office/drawing/2014/main" id="{32211557-599D-E0B6-73C2-597BBC65B4F9}"/>
                </a:ext>
              </a:extLst>
            </p:cNvPr>
            <p:cNvSpPr/>
            <p:nvPr/>
          </p:nvSpPr>
          <p:spPr>
            <a:xfrm>
              <a:off x="4973283" y="5736931"/>
              <a:ext cx="92098" cy="98676"/>
            </a:xfrm>
            <a:prstGeom prst="ellips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BE"/>
            </a:p>
          </p:txBody>
        </p:sp>
        <p:sp>
          <p:nvSpPr>
            <p:cNvPr id="44" name="Ellipse 43">
              <a:extLst>
                <a:ext uri="{FF2B5EF4-FFF2-40B4-BE49-F238E27FC236}">
                  <a16:creationId xmlns:a16="http://schemas.microsoft.com/office/drawing/2014/main" id="{974F8A82-C0DD-24BB-D2FD-2600A9D4D625}"/>
                </a:ext>
              </a:extLst>
            </p:cNvPr>
            <p:cNvSpPr/>
            <p:nvPr/>
          </p:nvSpPr>
          <p:spPr>
            <a:xfrm>
              <a:off x="5453509" y="2298061"/>
              <a:ext cx="92098" cy="98676"/>
            </a:xfrm>
            <a:prstGeom prst="ellips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BE"/>
            </a:p>
          </p:txBody>
        </p:sp>
        <p:sp>
          <p:nvSpPr>
            <p:cNvPr id="45" name="Ellipse 44">
              <a:extLst>
                <a:ext uri="{FF2B5EF4-FFF2-40B4-BE49-F238E27FC236}">
                  <a16:creationId xmlns:a16="http://schemas.microsoft.com/office/drawing/2014/main" id="{7AF7D79A-D92F-0634-CBD8-70443331C84C}"/>
                </a:ext>
              </a:extLst>
            </p:cNvPr>
            <p:cNvSpPr/>
            <p:nvPr/>
          </p:nvSpPr>
          <p:spPr>
            <a:xfrm>
              <a:off x="5387724" y="2093032"/>
              <a:ext cx="92098" cy="98676"/>
            </a:xfrm>
            <a:prstGeom prst="ellips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BE"/>
            </a:p>
          </p:txBody>
        </p:sp>
        <p:sp>
          <p:nvSpPr>
            <p:cNvPr id="46" name="Ellipse 45">
              <a:extLst>
                <a:ext uri="{FF2B5EF4-FFF2-40B4-BE49-F238E27FC236}">
                  <a16:creationId xmlns:a16="http://schemas.microsoft.com/office/drawing/2014/main" id="{EE04227F-D6D1-6249-8435-A8007EAD5765}"/>
                </a:ext>
              </a:extLst>
            </p:cNvPr>
            <p:cNvSpPr/>
            <p:nvPr/>
          </p:nvSpPr>
          <p:spPr>
            <a:xfrm>
              <a:off x="5335096" y="1896777"/>
              <a:ext cx="92098" cy="98676"/>
            </a:xfrm>
            <a:prstGeom prst="ellips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BE"/>
            </a:p>
          </p:txBody>
        </p:sp>
        <p:sp>
          <p:nvSpPr>
            <p:cNvPr id="47" name="Ellipse 46">
              <a:extLst>
                <a:ext uri="{FF2B5EF4-FFF2-40B4-BE49-F238E27FC236}">
                  <a16:creationId xmlns:a16="http://schemas.microsoft.com/office/drawing/2014/main" id="{3F7F2F3C-F8A0-CF84-8BF9-9AA34904329A}"/>
                </a:ext>
              </a:extLst>
            </p:cNvPr>
            <p:cNvSpPr/>
            <p:nvPr/>
          </p:nvSpPr>
          <p:spPr>
            <a:xfrm>
              <a:off x="5256155" y="1707100"/>
              <a:ext cx="92098" cy="98676"/>
            </a:xfrm>
            <a:prstGeom prst="ellips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BE"/>
            </a:p>
          </p:txBody>
        </p:sp>
        <p:sp>
          <p:nvSpPr>
            <p:cNvPr id="48" name="Ellipse 47">
              <a:extLst>
                <a:ext uri="{FF2B5EF4-FFF2-40B4-BE49-F238E27FC236}">
                  <a16:creationId xmlns:a16="http://schemas.microsoft.com/office/drawing/2014/main" id="{C2A27F94-E692-E9D0-D66D-6D982290EF0A}"/>
                </a:ext>
              </a:extLst>
            </p:cNvPr>
            <p:cNvSpPr/>
            <p:nvPr/>
          </p:nvSpPr>
          <p:spPr>
            <a:xfrm>
              <a:off x="5190368" y="1537157"/>
              <a:ext cx="92098" cy="98676"/>
            </a:xfrm>
            <a:prstGeom prst="ellips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BE"/>
            </a:p>
          </p:txBody>
        </p:sp>
        <p:sp>
          <p:nvSpPr>
            <p:cNvPr id="49" name="Ellipse 48">
              <a:extLst>
                <a:ext uri="{FF2B5EF4-FFF2-40B4-BE49-F238E27FC236}">
                  <a16:creationId xmlns:a16="http://schemas.microsoft.com/office/drawing/2014/main" id="{95BB7E19-FD48-B480-3396-A1E7493D8859}"/>
                </a:ext>
              </a:extLst>
            </p:cNvPr>
            <p:cNvSpPr/>
            <p:nvPr/>
          </p:nvSpPr>
          <p:spPr>
            <a:xfrm>
              <a:off x="5131164" y="1342546"/>
              <a:ext cx="92098" cy="98676"/>
            </a:xfrm>
            <a:prstGeom prst="ellips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BE"/>
            </a:p>
          </p:txBody>
        </p:sp>
        <p:sp>
          <p:nvSpPr>
            <p:cNvPr id="50" name="Ellipse 49">
              <a:extLst>
                <a:ext uri="{FF2B5EF4-FFF2-40B4-BE49-F238E27FC236}">
                  <a16:creationId xmlns:a16="http://schemas.microsoft.com/office/drawing/2014/main" id="{63C3D9C1-3B9E-2D68-12BC-E89240506721}"/>
                </a:ext>
              </a:extLst>
            </p:cNvPr>
            <p:cNvSpPr/>
            <p:nvPr/>
          </p:nvSpPr>
          <p:spPr>
            <a:xfrm>
              <a:off x="5039066" y="1169313"/>
              <a:ext cx="92098" cy="98676"/>
            </a:xfrm>
            <a:prstGeom prst="ellips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BE"/>
            </a:p>
          </p:txBody>
        </p:sp>
        <p:sp>
          <p:nvSpPr>
            <p:cNvPr id="51" name="Ellipse 50">
              <a:extLst>
                <a:ext uri="{FF2B5EF4-FFF2-40B4-BE49-F238E27FC236}">
                  <a16:creationId xmlns:a16="http://schemas.microsoft.com/office/drawing/2014/main" id="{E9151020-1E23-A914-7471-37D2CC75200C}"/>
                </a:ext>
              </a:extLst>
            </p:cNvPr>
            <p:cNvSpPr/>
            <p:nvPr/>
          </p:nvSpPr>
          <p:spPr>
            <a:xfrm>
              <a:off x="4973283" y="973055"/>
              <a:ext cx="92098" cy="98676"/>
            </a:xfrm>
            <a:prstGeom prst="ellips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BE"/>
            </a:p>
          </p:txBody>
        </p:sp>
      </p:grpSp>
    </p:spTree>
    <p:extLst>
      <p:ext uri="{BB962C8B-B14F-4D97-AF65-F5344CB8AC3E}">
        <p14:creationId xmlns:p14="http://schemas.microsoft.com/office/powerpoint/2010/main" val="252854609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D2AF73-2774-B255-CE89-5E2D31B469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90925E07-56B4-97EC-BC9B-4873BEE076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172" y="0"/>
            <a:ext cx="10409655" cy="6858000"/>
          </a:xfrm>
          <a:prstGeom prst="rect">
            <a:avLst/>
          </a:prstGeom>
        </p:spPr>
      </p:pic>
      <p:cxnSp>
        <p:nvCxnSpPr>
          <p:cNvPr id="5" name="Connecteur droit 4">
            <a:extLst>
              <a:ext uri="{FF2B5EF4-FFF2-40B4-BE49-F238E27FC236}">
                <a16:creationId xmlns:a16="http://schemas.microsoft.com/office/drawing/2014/main" id="{3249C9BD-9865-B705-FA0D-0F3C59BFCC5B}"/>
              </a:ext>
            </a:extLst>
          </p:cNvPr>
          <p:cNvCxnSpPr/>
          <p:nvPr/>
        </p:nvCxnSpPr>
        <p:spPr>
          <a:xfrm flipV="1">
            <a:off x="4302642" y="2870791"/>
            <a:ext cx="3600893" cy="1112874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id="{A5689229-A25F-FF40-2F3F-F318CE7B356A}"/>
              </a:ext>
            </a:extLst>
          </p:cNvPr>
          <p:cNvCxnSpPr/>
          <p:nvPr/>
        </p:nvCxnSpPr>
        <p:spPr>
          <a:xfrm>
            <a:off x="5103628" y="3607981"/>
            <a:ext cx="0" cy="255182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790CB679-F155-5053-3C5F-E78C7F0FD599}"/>
              </a:ext>
            </a:extLst>
          </p:cNvPr>
          <p:cNvCxnSpPr/>
          <p:nvPr/>
        </p:nvCxnSpPr>
        <p:spPr>
          <a:xfrm>
            <a:off x="5199321" y="3607981"/>
            <a:ext cx="0" cy="255182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2AFA180C-760C-93CE-4BBD-DABEA5FF11D2}"/>
              </a:ext>
            </a:extLst>
          </p:cNvPr>
          <p:cNvCxnSpPr/>
          <p:nvPr/>
        </p:nvCxnSpPr>
        <p:spPr>
          <a:xfrm>
            <a:off x="6847367" y="3079898"/>
            <a:ext cx="0" cy="255182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eur droit 9">
            <a:extLst>
              <a:ext uri="{FF2B5EF4-FFF2-40B4-BE49-F238E27FC236}">
                <a16:creationId xmlns:a16="http://schemas.microsoft.com/office/drawing/2014/main" id="{FB0DE89E-0612-F203-EAF7-E5B1E4399308}"/>
              </a:ext>
            </a:extLst>
          </p:cNvPr>
          <p:cNvCxnSpPr/>
          <p:nvPr/>
        </p:nvCxnSpPr>
        <p:spPr>
          <a:xfrm>
            <a:off x="6950148" y="3019647"/>
            <a:ext cx="0" cy="255182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6344135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1D3EAB-FF14-41B6-C486-E1DCF08979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A98D29E1-5E8E-83E3-36BE-DEBA1F0B85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172" y="0"/>
            <a:ext cx="10409655" cy="6858000"/>
          </a:xfrm>
          <a:prstGeom prst="rect">
            <a:avLst/>
          </a:prstGeom>
        </p:spPr>
      </p:pic>
      <p:cxnSp>
        <p:nvCxnSpPr>
          <p:cNvPr id="5" name="Connecteur droit 4">
            <a:extLst>
              <a:ext uri="{FF2B5EF4-FFF2-40B4-BE49-F238E27FC236}">
                <a16:creationId xmlns:a16="http://schemas.microsoft.com/office/drawing/2014/main" id="{04A18F2F-C0E2-809F-3782-29CE6B363CCB}"/>
              </a:ext>
            </a:extLst>
          </p:cNvPr>
          <p:cNvCxnSpPr>
            <a:cxnSpLocks/>
          </p:cNvCxnSpPr>
          <p:nvPr/>
        </p:nvCxnSpPr>
        <p:spPr>
          <a:xfrm flipV="1">
            <a:off x="1105786" y="3253563"/>
            <a:ext cx="10327758" cy="34733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0646115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D881C0-FC29-4671-3D12-78049E4F0E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70CFDC57-9BFE-B9EB-1353-D9050A1DE9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172" y="0"/>
            <a:ext cx="10409655" cy="6858000"/>
          </a:xfrm>
          <a:prstGeom prst="rect">
            <a:avLst/>
          </a:prstGeom>
        </p:spPr>
      </p:pic>
      <p:cxnSp>
        <p:nvCxnSpPr>
          <p:cNvPr id="5" name="Connecteur droit 4">
            <a:extLst>
              <a:ext uri="{FF2B5EF4-FFF2-40B4-BE49-F238E27FC236}">
                <a16:creationId xmlns:a16="http://schemas.microsoft.com/office/drawing/2014/main" id="{5E05D6FD-1CE8-187E-C972-E47BDD9FC71C}"/>
              </a:ext>
            </a:extLst>
          </p:cNvPr>
          <p:cNvCxnSpPr>
            <a:cxnSpLocks/>
          </p:cNvCxnSpPr>
          <p:nvPr/>
        </p:nvCxnSpPr>
        <p:spPr>
          <a:xfrm flipH="1">
            <a:off x="6003851" y="304800"/>
            <a:ext cx="205563" cy="6088912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265429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9E23ED-63EB-B24A-13F3-499FF0971B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21C448EF-A175-B424-4ADF-7303998D07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172" y="0"/>
            <a:ext cx="10409655" cy="6858000"/>
          </a:xfrm>
          <a:prstGeom prst="rect">
            <a:avLst/>
          </a:prstGeom>
        </p:spPr>
      </p:pic>
      <p:cxnSp>
        <p:nvCxnSpPr>
          <p:cNvPr id="5" name="Connecteur droit 4">
            <a:extLst>
              <a:ext uri="{FF2B5EF4-FFF2-40B4-BE49-F238E27FC236}">
                <a16:creationId xmlns:a16="http://schemas.microsoft.com/office/drawing/2014/main" id="{BEB7F081-9E82-7118-3500-57A1D5C076F3}"/>
              </a:ext>
            </a:extLst>
          </p:cNvPr>
          <p:cNvCxnSpPr>
            <a:cxnSpLocks/>
          </p:cNvCxnSpPr>
          <p:nvPr/>
        </p:nvCxnSpPr>
        <p:spPr>
          <a:xfrm flipV="1">
            <a:off x="1268819" y="1920949"/>
            <a:ext cx="9540948" cy="306217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3433149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E203F7-664F-3269-2E4D-3FB30D06CB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F9B84BE4-501F-65E6-004E-9C0427A63D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172" y="0"/>
            <a:ext cx="10409655" cy="6858000"/>
          </a:xfrm>
          <a:prstGeom prst="rect">
            <a:avLst/>
          </a:prstGeom>
        </p:spPr>
      </p:pic>
      <p:grpSp>
        <p:nvGrpSpPr>
          <p:cNvPr id="9" name="Groupe 8">
            <a:extLst>
              <a:ext uri="{FF2B5EF4-FFF2-40B4-BE49-F238E27FC236}">
                <a16:creationId xmlns:a16="http://schemas.microsoft.com/office/drawing/2014/main" id="{C903C65C-E36A-FFF9-678C-1C909A2ED524}"/>
              </a:ext>
            </a:extLst>
          </p:cNvPr>
          <p:cNvGrpSpPr/>
          <p:nvPr/>
        </p:nvGrpSpPr>
        <p:grpSpPr>
          <a:xfrm rot="749992">
            <a:off x="4306583" y="297800"/>
            <a:ext cx="3586717" cy="6379535"/>
            <a:chOff x="4307763" y="379365"/>
            <a:chExt cx="3586717" cy="6379535"/>
          </a:xfrm>
        </p:grpSpPr>
        <p:cxnSp>
          <p:nvCxnSpPr>
            <p:cNvPr id="4" name="Connecteur droit 3">
              <a:extLst>
                <a:ext uri="{FF2B5EF4-FFF2-40B4-BE49-F238E27FC236}">
                  <a16:creationId xmlns:a16="http://schemas.microsoft.com/office/drawing/2014/main" id="{637F3D40-AF91-72C6-6017-5E92D3955445}"/>
                </a:ext>
              </a:extLst>
            </p:cNvPr>
            <p:cNvCxnSpPr>
              <a:cxnSpLocks/>
            </p:cNvCxnSpPr>
            <p:nvPr/>
          </p:nvCxnSpPr>
          <p:spPr>
            <a:xfrm rot="20850008" flipV="1">
              <a:off x="4307764" y="2979589"/>
              <a:ext cx="3586717" cy="1084521"/>
            </a:xfrm>
            <a:prstGeom prst="line">
              <a:avLst/>
            </a:prstGeom>
            <a:ln>
              <a:prstDash val="dash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" name="Connecteur droit 5">
              <a:extLst>
                <a:ext uri="{FF2B5EF4-FFF2-40B4-BE49-F238E27FC236}">
                  <a16:creationId xmlns:a16="http://schemas.microsoft.com/office/drawing/2014/main" id="{3D9A6040-DB8C-2F06-F066-9EBB9CCE7101}"/>
                </a:ext>
              </a:extLst>
            </p:cNvPr>
            <p:cNvCxnSpPr>
              <a:cxnSpLocks/>
            </p:cNvCxnSpPr>
            <p:nvPr/>
          </p:nvCxnSpPr>
          <p:spPr>
            <a:xfrm rot="20850008">
              <a:off x="4927589" y="379365"/>
              <a:ext cx="2346251" cy="6379535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Connecteur droit 6">
              <a:extLst>
                <a:ext uri="{FF2B5EF4-FFF2-40B4-BE49-F238E27FC236}">
                  <a16:creationId xmlns:a16="http://schemas.microsoft.com/office/drawing/2014/main" id="{3F39EC62-083A-D12E-20F2-69CCCE410C0B}"/>
                </a:ext>
              </a:extLst>
            </p:cNvPr>
            <p:cNvCxnSpPr/>
            <p:nvPr/>
          </p:nvCxnSpPr>
          <p:spPr>
            <a:xfrm>
              <a:off x="5741670" y="3333750"/>
              <a:ext cx="110064" cy="18288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Connecteur droit 7">
              <a:extLst>
                <a:ext uri="{FF2B5EF4-FFF2-40B4-BE49-F238E27FC236}">
                  <a16:creationId xmlns:a16="http://schemas.microsoft.com/office/drawing/2014/main" id="{B76D9BA0-5540-85CF-CB0B-A79D12E5A62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703570" y="3516630"/>
              <a:ext cx="148164" cy="9144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26323019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F754EC-291E-E74F-B791-B297EA4492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44B5E0ED-C84A-B821-12A6-933838B695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172" y="0"/>
            <a:ext cx="10409655" cy="6858000"/>
          </a:xfrm>
          <a:prstGeom prst="rect">
            <a:avLst/>
          </a:prstGeom>
        </p:spPr>
      </p:pic>
      <p:cxnSp>
        <p:nvCxnSpPr>
          <p:cNvPr id="2" name="Connecteur droit 1">
            <a:extLst>
              <a:ext uri="{FF2B5EF4-FFF2-40B4-BE49-F238E27FC236}">
                <a16:creationId xmlns:a16="http://schemas.microsoft.com/office/drawing/2014/main" id="{B56EC604-43CE-5C2E-23FB-EBB3EC4F6361}"/>
              </a:ext>
            </a:extLst>
          </p:cNvPr>
          <p:cNvCxnSpPr>
            <a:cxnSpLocks/>
          </p:cNvCxnSpPr>
          <p:nvPr/>
        </p:nvCxnSpPr>
        <p:spPr>
          <a:xfrm flipV="1">
            <a:off x="4302642" y="2884967"/>
            <a:ext cx="3593805" cy="1077433"/>
          </a:xfrm>
          <a:prstGeom prst="line">
            <a:avLst/>
          </a:prstGeom>
          <a:ln w="38100" cap="flat" cmpd="sng" algn="ctr">
            <a:solidFill>
              <a:srgbClr val="FF0000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517262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45BF3B-ECEC-DBD3-9B1B-E6C9D632DD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4401A525-7225-D1D5-D8EF-A1459198DE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172" y="0"/>
            <a:ext cx="10409655" cy="6858000"/>
          </a:xfrm>
          <a:prstGeom prst="rect">
            <a:avLst/>
          </a:prstGeom>
        </p:spPr>
      </p:pic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2A232C2F-D116-0374-18ED-544AF7B7AD16}"/>
              </a:ext>
            </a:extLst>
          </p:cNvPr>
          <p:cNvCxnSpPr>
            <a:cxnSpLocks/>
          </p:cNvCxnSpPr>
          <p:nvPr/>
        </p:nvCxnSpPr>
        <p:spPr>
          <a:xfrm flipV="1">
            <a:off x="1899684" y="2083981"/>
            <a:ext cx="8626549" cy="2636875"/>
          </a:xfrm>
          <a:prstGeom prst="line">
            <a:avLst/>
          </a:prstGeom>
          <a:ln w="12700">
            <a:solidFill>
              <a:schemeClr val="tx1"/>
            </a:solidFill>
            <a:prstDash val="soli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Connecteur droit 5">
            <a:extLst>
              <a:ext uri="{FF2B5EF4-FFF2-40B4-BE49-F238E27FC236}">
                <a16:creationId xmlns:a16="http://schemas.microsoft.com/office/drawing/2014/main" id="{D876117B-8C93-FDE0-F95C-B8F5DBB63D53}"/>
              </a:ext>
            </a:extLst>
          </p:cNvPr>
          <p:cNvCxnSpPr>
            <a:cxnSpLocks/>
          </p:cNvCxnSpPr>
          <p:nvPr/>
        </p:nvCxnSpPr>
        <p:spPr>
          <a:xfrm>
            <a:off x="4926419" y="297712"/>
            <a:ext cx="2346251" cy="6379535"/>
          </a:xfrm>
          <a:prstGeom prst="line">
            <a:avLst/>
          </a:prstGeom>
          <a:ln w="12700">
            <a:solidFill>
              <a:schemeClr val="tx1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id="{32B19C0A-9227-2807-8824-4D1ADD0D3875}"/>
              </a:ext>
            </a:extLst>
          </p:cNvPr>
          <p:cNvCxnSpPr>
            <a:cxnSpLocks/>
          </p:cNvCxnSpPr>
          <p:nvPr/>
        </p:nvCxnSpPr>
        <p:spPr>
          <a:xfrm>
            <a:off x="5799955" y="3179965"/>
            <a:ext cx="67874" cy="202368"/>
          </a:xfrm>
          <a:prstGeom prst="line">
            <a:avLst/>
          </a:prstGeom>
          <a:ln w="12700">
            <a:solidFill>
              <a:schemeClr val="tx1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B9F1935F-A4F4-0163-78BA-B5EC93547FE6}"/>
              </a:ext>
            </a:extLst>
          </p:cNvPr>
          <p:cNvCxnSpPr>
            <a:cxnSpLocks/>
          </p:cNvCxnSpPr>
          <p:nvPr/>
        </p:nvCxnSpPr>
        <p:spPr>
          <a:xfrm flipH="1">
            <a:off x="5703385" y="3382333"/>
            <a:ext cx="164444" cy="57204"/>
          </a:xfrm>
          <a:prstGeom prst="line">
            <a:avLst/>
          </a:prstGeom>
          <a:ln w="12700">
            <a:solidFill>
              <a:schemeClr val="tx1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Ellipse 15">
            <a:extLst>
              <a:ext uri="{FF2B5EF4-FFF2-40B4-BE49-F238E27FC236}">
                <a16:creationId xmlns:a16="http://schemas.microsoft.com/office/drawing/2014/main" id="{69E426FC-F62C-D94B-D07F-298FAEFBE13E}"/>
              </a:ext>
            </a:extLst>
          </p:cNvPr>
          <p:cNvSpPr/>
          <p:nvPr/>
        </p:nvSpPr>
        <p:spPr>
          <a:xfrm>
            <a:off x="4461185" y="3897099"/>
            <a:ext cx="81280" cy="7239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ZoneTexte 16">
                <a:extLst>
                  <a:ext uri="{FF2B5EF4-FFF2-40B4-BE49-F238E27FC236}">
                    <a16:creationId xmlns:a16="http://schemas.microsoft.com/office/drawing/2014/main" id="{B7FFEFB8-6DF0-BF7C-5D18-C748EE85B08F}"/>
                  </a:ext>
                </a:extLst>
              </p:cNvPr>
              <p:cNvSpPr txBox="1"/>
              <p:nvPr/>
            </p:nvSpPr>
            <p:spPr>
              <a:xfrm>
                <a:off x="4207185" y="3024609"/>
                <a:ext cx="873760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BE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BE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fr-BE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fr-BE" sz="32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7" name="ZoneTexte 16">
                <a:extLst>
                  <a:ext uri="{FF2B5EF4-FFF2-40B4-BE49-F238E27FC236}">
                    <a16:creationId xmlns:a16="http://schemas.microsoft.com/office/drawing/2014/main" id="{B7FFEFB8-6DF0-BF7C-5D18-C748EE85B0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07185" y="3024609"/>
                <a:ext cx="873760" cy="5847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B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Ellipse 17">
            <a:extLst>
              <a:ext uri="{FF2B5EF4-FFF2-40B4-BE49-F238E27FC236}">
                <a16:creationId xmlns:a16="http://schemas.microsoft.com/office/drawing/2014/main" id="{E90172CD-BF97-7649-C7C3-2FFD80154297}"/>
              </a:ext>
            </a:extLst>
          </p:cNvPr>
          <p:cNvSpPr/>
          <p:nvPr/>
        </p:nvSpPr>
        <p:spPr>
          <a:xfrm>
            <a:off x="7661422" y="2879918"/>
            <a:ext cx="81280" cy="7239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ZoneTexte 18">
                <a:extLst>
                  <a:ext uri="{FF2B5EF4-FFF2-40B4-BE49-F238E27FC236}">
                    <a16:creationId xmlns:a16="http://schemas.microsoft.com/office/drawing/2014/main" id="{64AEF4F8-0EC7-5C3D-74B0-7C50EA69F504}"/>
                  </a:ext>
                </a:extLst>
              </p:cNvPr>
              <p:cNvSpPr txBox="1"/>
              <p:nvPr/>
            </p:nvSpPr>
            <p:spPr>
              <a:xfrm>
                <a:off x="7030166" y="1903228"/>
                <a:ext cx="873760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BE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BE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fr-BE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fr-BE" sz="32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9" name="ZoneTexte 18">
                <a:extLst>
                  <a:ext uri="{FF2B5EF4-FFF2-40B4-BE49-F238E27FC236}">
                    <a16:creationId xmlns:a16="http://schemas.microsoft.com/office/drawing/2014/main" id="{64AEF4F8-0EC7-5C3D-74B0-7C50EA69F5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30166" y="1903228"/>
                <a:ext cx="873760" cy="58477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B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7039180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B1BC2A-3ED8-15BC-F66D-5A4447BB90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EFBEA644-7BE0-AC24-81EA-CA7AEE8A80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3705" y="0"/>
            <a:ext cx="800458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581972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5427D1-19C7-072B-0234-4C700A3BF9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29C63027-72BF-9175-64C0-85E5E3D567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9721" y="0"/>
            <a:ext cx="797255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690507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ECC520-FF8E-1E4A-AA92-7E9A01B63E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B9815126-2E99-6541-59D6-4307D420E7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5745" y="0"/>
            <a:ext cx="798051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38738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C244BA-575F-1330-18AE-CB4258532A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787E2A42-25F1-7962-0E44-D04BC6A6CF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172" y="0"/>
            <a:ext cx="10409655" cy="6858000"/>
          </a:xfrm>
          <a:prstGeom prst="rect">
            <a:avLst/>
          </a:prstGeom>
        </p:spPr>
      </p:pic>
      <p:cxnSp>
        <p:nvCxnSpPr>
          <p:cNvPr id="2" name="Connecteur droit 1">
            <a:extLst>
              <a:ext uri="{FF2B5EF4-FFF2-40B4-BE49-F238E27FC236}">
                <a16:creationId xmlns:a16="http://schemas.microsoft.com/office/drawing/2014/main" id="{D55430F7-D9C4-BD00-1FAC-F7E852D7FA45}"/>
              </a:ext>
            </a:extLst>
          </p:cNvPr>
          <p:cNvCxnSpPr>
            <a:cxnSpLocks/>
          </p:cNvCxnSpPr>
          <p:nvPr/>
        </p:nvCxnSpPr>
        <p:spPr>
          <a:xfrm flipV="1">
            <a:off x="670560" y="325598"/>
            <a:ext cx="0" cy="6206804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1EA69216-16B9-2CBB-79A7-72E6BC0D4CD6}"/>
              </a:ext>
            </a:extLst>
          </p:cNvPr>
          <p:cNvCxnSpPr>
            <a:cxnSpLocks/>
          </p:cNvCxnSpPr>
          <p:nvPr/>
        </p:nvCxnSpPr>
        <p:spPr>
          <a:xfrm>
            <a:off x="194510" y="6382352"/>
            <a:ext cx="10461859" cy="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195279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F82369-9100-54AB-AEF6-3C53D21491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EA16ABE0-C5D5-07AD-B266-23ED66EF1B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172" y="0"/>
            <a:ext cx="10409655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</p:pic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A3097A3B-3320-CDC3-40A2-6A141FA8A5D4}"/>
              </a:ext>
            </a:extLst>
          </p:cNvPr>
          <p:cNvCxnSpPr>
            <a:cxnSpLocks/>
          </p:cNvCxnSpPr>
          <p:nvPr/>
        </p:nvCxnSpPr>
        <p:spPr>
          <a:xfrm flipV="1">
            <a:off x="1899684" y="2083981"/>
            <a:ext cx="8626549" cy="2636875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" name="Connecteur droit 5">
            <a:extLst>
              <a:ext uri="{FF2B5EF4-FFF2-40B4-BE49-F238E27FC236}">
                <a16:creationId xmlns:a16="http://schemas.microsoft.com/office/drawing/2014/main" id="{1E661794-FF93-638D-5FF2-5F02536B2066}"/>
              </a:ext>
            </a:extLst>
          </p:cNvPr>
          <p:cNvCxnSpPr>
            <a:cxnSpLocks/>
          </p:cNvCxnSpPr>
          <p:nvPr/>
        </p:nvCxnSpPr>
        <p:spPr>
          <a:xfrm flipH="1" flipV="1">
            <a:off x="5018567" y="382772"/>
            <a:ext cx="2161954" cy="6181061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id="{B93B74F4-4FAA-AD1F-B7B1-92805D267AF9}"/>
              </a:ext>
            </a:extLst>
          </p:cNvPr>
          <p:cNvCxnSpPr>
            <a:cxnSpLocks/>
          </p:cNvCxnSpPr>
          <p:nvPr/>
        </p:nvCxnSpPr>
        <p:spPr>
          <a:xfrm>
            <a:off x="5799955" y="3179965"/>
            <a:ext cx="67874" cy="202368"/>
          </a:xfrm>
          <a:prstGeom prst="line">
            <a:avLst/>
          </a:prstGeom>
          <a:ln w="12700">
            <a:solidFill>
              <a:schemeClr val="tx1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87C3F945-B3AF-5059-B487-77CEB376368D}"/>
              </a:ext>
            </a:extLst>
          </p:cNvPr>
          <p:cNvCxnSpPr>
            <a:cxnSpLocks/>
          </p:cNvCxnSpPr>
          <p:nvPr/>
        </p:nvCxnSpPr>
        <p:spPr>
          <a:xfrm flipH="1">
            <a:off x="5703385" y="3382333"/>
            <a:ext cx="164444" cy="57204"/>
          </a:xfrm>
          <a:prstGeom prst="line">
            <a:avLst/>
          </a:prstGeom>
          <a:ln w="12700">
            <a:solidFill>
              <a:schemeClr val="tx1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Ellipse 10">
            <a:extLst>
              <a:ext uri="{FF2B5EF4-FFF2-40B4-BE49-F238E27FC236}">
                <a16:creationId xmlns:a16="http://schemas.microsoft.com/office/drawing/2014/main" id="{9ECA43F2-0A21-61BF-F96E-58A513AB1786}"/>
              </a:ext>
            </a:extLst>
          </p:cNvPr>
          <p:cNvSpPr/>
          <p:nvPr/>
        </p:nvSpPr>
        <p:spPr>
          <a:xfrm>
            <a:off x="4447009" y="3897099"/>
            <a:ext cx="81280" cy="7239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ZoneTexte 11">
                <a:extLst>
                  <a:ext uri="{FF2B5EF4-FFF2-40B4-BE49-F238E27FC236}">
                    <a16:creationId xmlns:a16="http://schemas.microsoft.com/office/drawing/2014/main" id="{F390D9F6-4162-EE86-698C-D54D84F31D73}"/>
                  </a:ext>
                </a:extLst>
              </p:cNvPr>
              <p:cNvSpPr txBox="1"/>
              <p:nvPr/>
            </p:nvSpPr>
            <p:spPr>
              <a:xfrm>
                <a:off x="4207185" y="3024609"/>
                <a:ext cx="873760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BE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BE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fr-BE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fr-BE" sz="3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" name="ZoneTexte 11">
                <a:extLst>
                  <a:ext uri="{FF2B5EF4-FFF2-40B4-BE49-F238E27FC236}">
                    <a16:creationId xmlns:a16="http://schemas.microsoft.com/office/drawing/2014/main" id="{F390D9F6-4162-EE86-698C-D54D84F31D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07185" y="3024609"/>
                <a:ext cx="873760" cy="5847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B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Ellipse 12">
            <a:extLst>
              <a:ext uri="{FF2B5EF4-FFF2-40B4-BE49-F238E27FC236}">
                <a16:creationId xmlns:a16="http://schemas.microsoft.com/office/drawing/2014/main" id="{4D93C1C8-DDC8-5F54-B1A1-6882899C85C6}"/>
              </a:ext>
            </a:extLst>
          </p:cNvPr>
          <p:cNvSpPr/>
          <p:nvPr/>
        </p:nvSpPr>
        <p:spPr>
          <a:xfrm>
            <a:off x="7661422" y="2901182"/>
            <a:ext cx="81280" cy="7239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ZoneTexte 13">
                <a:extLst>
                  <a:ext uri="{FF2B5EF4-FFF2-40B4-BE49-F238E27FC236}">
                    <a16:creationId xmlns:a16="http://schemas.microsoft.com/office/drawing/2014/main" id="{D6077C3D-9737-38A8-7101-04DC3C13DE0D}"/>
                  </a:ext>
                </a:extLst>
              </p:cNvPr>
              <p:cNvSpPr txBox="1"/>
              <p:nvPr/>
            </p:nvSpPr>
            <p:spPr>
              <a:xfrm>
                <a:off x="7030166" y="1903228"/>
                <a:ext cx="873760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BE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BE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fr-BE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fr-BE" sz="3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4" name="ZoneTexte 13">
                <a:extLst>
                  <a:ext uri="{FF2B5EF4-FFF2-40B4-BE49-F238E27FC236}">
                    <a16:creationId xmlns:a16="http://schemas.microsoft.com/office/drawing/2014/main" id="{D6077C3D-9737-38A8-7101-04DC3C13DE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30166" y="1903228"/>
                <a:ext cx="873760" cy="58477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B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8858372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2A85F9-79A2-1A25-BFED-7C8F5820D3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64856275-C6CF-BC6D-4AD0-C862CC29F0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05457">
            <a:off x="891172" y="0"/>
            <a:ext cx="10409655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</p:pic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AF9ABA93-074A-957B-A1AF-6B1231023356}"/>
              </a:ext>
            </a:extLst>
          </p:cNvPr>
          <p:cNvCxnSpPr>
            <a:cxnSpLocks/>
          </p:cNvCxnSpPr>
          <p:nvPr/>
        </p:nvCxnSpPr>
        <p:spPr>
          <a:xfrm rot="1005457" flipV="1">
            <a:off x="1899684" y="2083981"/>
            <a:ext cx="8626549" cy="2636875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" name="Connecteur droit 5">
            <a:extLst>
              <a:ext uri="{FF2B5EF4-FFF2-40B4-BE49-F238E27FC236}">
                <a16:creationId xmlns:a16="http://schemas.microsoft.com/office/drawing/2014/main" id="{32D8DD87-DF5F-0594-08E4-BE96EB2B7DE7}"/>
              </a:ext>
            </a:extLst>
          </p:cNvPr>
          <p:cNvCxnSpPr>
            <a:cxnSpLocks/>
          </p:cNvCxnSpPr>
          <p:nvPr/>
        </p:nvCxnSpPr>
        <p:spPr>
          <a:xfrm flipV="1">
            <a:off x="6096000" y="190500"/>
            <a:ext cx="0" cy="650240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id="{5A72E49D-2C6B-B9F6-F7C2-6D4FABFDFE13}"/>
              </a:ext>
            </a:extLst>
          </p:cNvPr>
          <p:cNvCxnSpPr>
            <a:cxnSpLocks/>
          </p:cNvCxnSpPr>
          <p:nvPr/>
        </p:nvCxnSpPr>
        <p:spPr>
          <a:xfrm rot="1005457">
            <a:off x="5888855" y="3065665"/>
            <a:ext cx="67874" cy="202368"/>
          </a:xfrm>
          <a:prstGeom prst="line">
            <a:avLst/>
          </a:prstGeom>
          <a:ln w="12700">
            <a:solidFill>
              <a:schemeClr val="tx1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F0B93083-9901-E809-96D1-9993ACE63F81}"/>
              </a:ext>
            </a:extLst>
          </p:cNvPr>
          <p:cNvCxnSpPr>
            <a:cxnSpLocks/>
          </p:cNvCxnSpPr>
          <p:nvPr/>
        </p:nvCxnSpPr>
        <p:spPr>
          <a:xfrm rot="1005457" flipH="1">
            <a:off x="5792285" y="3268033"/>
            <a:ext cx="164444" cy="57204"/>
          </a:xfrm>
          <a:prstGeom prst="line">
            <a:avLst/>
          </a:prstGeom>
          <a:ln w="12700">
            <a:solidFill>
              <a:schemeClr val="tx1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Ellipse 10">
            <a:extLst>
              <a:ext uri="{FF2B5EF4-FFF2-40B4-BE49-F238E27FC236}">
                <a16:creationId xmlns:a16="http://schemas.microsoft.com/office/drawing/2014/main" id="{578FE870-3D2B-B813-014C-CB1915FDA302}"/>
              </a:ext>
            </a:extLst>
          </p:cNvPr>
          <p:cNvSpPr/>
          <p:nvPr/>
        </p:nvSpPr>
        <p:spPr>
          <a:xfrm rot="1005457">
            <a:off x="4405324" y="3392804"/>
            <a:ext cx="81280" cy="7239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ZoneTexte 11">
                <a:extLst>
                  <a:ext uri="{FF2B5EF4-FFF2-40B4-BE49-F238E27FC236}">
                    <a16:creationId xmlns:a16="http://schemas.microsoft.com/office/drawing/2014/main" id="{2DDC0263-933D-5B2F-12F7-2A2AB1754625}"/>
                  </a:ext>
                </a:extLst>
              </p:cNvPr>
              <p:cNvSpPr txBox="1"/>
              <p:nvPr/>
            </p:nvSpPr>
            <p:spPr>
              <a:xfrm rot="1005457">
                <a:off x="4165500" y="2520314"/>
                <a:ext cx="873760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BE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BE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fr-BE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fr-BE" sz="3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" name="ZoneTexte 11">
                <a:extLst>
                  <a:ext uri="{FF2B5EF4-FFF2-40B4-BE49-F238E27FC236}">
                    <a16:creationId xmlns:a16="http://schemas.microsoft.com/office/drawing/2014/main" id="{2DDC0263-933D-5B2F-12F7-2A2AB17546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005457">
                <a:off x="4165500" y="2520314"/>
                <a:ext cx="873760" cy="5847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B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Ellipse 12">
            <a:extLst>
              <a:ext uri="{FF2B5EF4-FFF2-40B4-BE49-F238E27FC236}">
                <a16:creationId xmlns:a16="http://schemas.microsoft.com/office/drawing/2014/main" id="{D4A89381-E697-DD3B-1944-24C97705112A}"/>
              </a:ext>
            </a:extLst>
          </p:cNvPr>
          <p:cNvSpPr/>
          <p:nvPr/>
        </p:nvSpPr>
        <p:spPr>
          <a:xfrm rot="1005457">
            <a:off x="7754791" y="3362981"/>
            <a:ext cx="81280" cy="7239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ZoneTexte 13">
                <a:extLst>
                  <a:ext uri="{FF2B5EF4-FFF2-40B4-BE49-F238E27FC236}">
                    <a16:creationId xmlns:a16="http://schemas.microsoft.com/office/drawing/2014/main" id="{D1941055-3782-A069-7B43-CE80360975BE}"/>
                  </a:ext>
                </a:extLst>
              </p:cNvPr>
              <p:cNvSpPr txBox="1"/>
              <p:nvPr/>
            </p:nvSpPr>
            <p:spPr>
              <a:xfrm rot="1005457">
                <a:off x="7123535" y="2365027"/>
                <a:ext cx="873760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BE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BE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fr-BE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fr-BE" sz="3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4" name="ZoneTexte 13">
                <a:extLst>
                  <a:ext uri="{FF2B5EF4-FFF2-40B4-BE49-F238E27FC236}">
                    <a16:creationId xmlns:a16="http://schemas.microsoft.com/office/drawing/2014/main" id="{D1941055-3782-A069-7B43-CE80360975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005457">
                <a:off x="7123535" y="2365027"/>
                <a:ext cx="873760" cy="58477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B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565602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316CF4-B422-5558-3251-97169BFBF3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2F395707-7EF8-C29D-C5BD-29A542C352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04374"/>
            <a:ext cx="12192000" cy="6249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239192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571A1A-6603-A07F-2E79-A42EF84F2F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3B0ED70B-232F-3B61-41FD-43FE3A13A2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72403"/>
            <a:ext cx="12192000" cy="4913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866140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1BC8F8-0938-780E-AC29-2730001FAA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82E9743A-F8D9-69F3-D2CA-750B016798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72414"/>
            <a:ext cx="12192000" cy="6113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77068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9A1B18-755D-1641-D44E-8C67D87BE8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A5C13C0A-C3F9-180B-A791-2377FBFE21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6512" y="523875"/>
            <a:ext cx="7038975" cy="5810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960955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36E3CD-2CDB-64AF-765C-82D9A80F86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2">
            <a:extLst>
              <a:ext uri="{FF2B5EF4-FFF2-40B4-BE49-F238E27FC236}">
                <a16:creationId xmlns:a16="http://schemas.microsoft.com/office/drawing/2014/main" id="{278F8CF6-0765-7248-2144-3159FA7E0C48}"/>
              </a:ext>
            </a:extLst>
          </p:cNvPr>
          <p:cNvSpPr txBox="1">
            <a:spLocks/>
          </p:cNvSpPr>
          <p:nvPr/>
        </p:nvSpPr>
        <p:spPr>
          <a:xfrm>
            <a:off x="838200" y="1194097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BE" dirty="0"/>
              <a:t>Et quand </a:t>
            </a:r>
            <a:r>
              <a:rPr lang="el-GR" dirty="0"/>
              <a:t>ε</a:t>
            </a:r>
            <a:r>
              <a:rPr lang="fr-BE" dirty="0"/>
              <a:t> varie ?</a:t>
            </a:r>
            <a:endParaRPr lang="fr-BE" dirty="0">
              <a:hlinkClick r:id="rId2"/>
            </a:endParaRPr>
          </a:p>
          <a:p>
            <a:endParaRPr lang="fr-BE" dirty="0">
              <a:hlinkClick r:id="rId2"/>
            </a:endParaRPr>
          </a:p>
          <a:p>
            <a:r>
              <a:rPr lang="fr-BE" dirty="0">
                <a:hlinkClick r:id="rId3"/>
              </a:rPr>
              <a:t>https://www.geogebra.org/graphing/kwezrduj</a:t>
            </a:r>
            <a:r>
              <a:rPr lang="fr-BE" dirty="0"/>
              <a:t>  </a:t>
            </a:r>
            <a:endParaRPr lang="fr-BE" dirty="0">
              <a:hlinkClick r:id="rId2"/>
            </a:endParaRPr>
          </a:p>
        </p:txBody>
      </p:sp>
    </p:spTree>
    <p:extLst>
      <p:ext uri="{BB962C8B-B14F-4D97-AF65-F5344CB8AC3E}">
        <p14:creationId xmlns:p14="http://schemas.microsoft.com/office/powerpoint/2010/main" val="173912195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FDB27D-BB86-16AB-8C01-FF87D14A0B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95A2C8C7-4E0C-875B-A3E9-9C9B7258D0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37" y="938212"/>
            <a:ext cx="11972925" cy="4981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600286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A1B68F-A377-813A-E974-F075DD496C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e 20">
            <a:extLst>
              <a:ext uri="{FF2B5EF4-FFF2-40B4-BE49-F238E27FC236}">
                <a16:creationId xmlns:a16="http://schemas.microsoft.com/office/drawing/2014/main" id="{C2DD83B3-59F8-C201-9DA9-86504AC05602}"/>
              </a:ext>
            </a:extLst>
          </p:cNvPr>
          <p:cNvGrpSpPr/>
          <p:nvPr/>
        </p:nvGrpSpPr>
        <p:grpSpPr>
          <a:xfrm rot="5400000">
            <a:off x="3782922" y="-46684"/>
            <a:ext cx="4876137" cy="6647610"/>
            <a:chOff x="3711359" y="45290"/>
            <a:chExt cx="4876137" cy="6647610"/>
          </a:xfrm>
        </p:grpSpPr>
        <p:pic>
          <p:nvPicPr>
            <p:cNvPr id="9" name="Image 8">
              <a:extLst>
                <a:ext uri="{FF2B5EF4-FFF2-40B4-BE49-F238E27FC236}">
                  <a16:creationId xmlns:a16="http://schemas.microsoft.com/office/drawing/2014/main" id="{B5B96FC8-B5A4-702E-3BC8-C391F9F8E75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17213358">
              <a:off x="2727570" y="1314299"/>
              <a:ext cx="6623727" cy="4085710"/>
            </a:xfrm>
            <a:prstGeom prst="rect">
              <a:avLst/>
            </a:prstGeom>
          </p:spPr>
        </p:pic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DEF25703-2CF1-717C-B43F-EAEFEEC6EA2D}"/>
                </a:ext>
              </a:extLst>
            </p:cNvPr>
            <p:cNvSpPr/>
            <p:nvPr/>
          </p:nvSpPr>
          <p:spPr>
            <a:xfrm>
              <a:off x="5709842" y="3009348"/>
              <a:ext cx="1225110" cy="78405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BE"/>
            </a:p>
          </p:txBody>
        </p:sp>
        <p:cxnSp>
          <p:nvCxnSpPr>
            <p:cNvPr id="4" name="Connecteur droit 3">
              <a:extLst>
                <a:ext uri="{FF2B5EF4-FFF2-40B4-BE49-F238E27FC236}">
                  <a16:creationId xmlns:a16="http://schemas.microsoft.com/office/drawing/2014/main" id="{33CC56DD-539A-8B26-30E4-D13BBE8C1359}"/>
                </a:ext>
              </a:extLst>
            </p:cNvPr>
            <p:cNvCxnSpPr>
              <a:cxnSpLocks/>
            </p:cNvCxnSpPr>
            <p:nvPr/>
          </p:nvCxnSpPr>
          <p:spPr>
            <a:xfrm rot="17053680" flipH="1" flipV="1">
              <a:off x="5546648" y="963585"/>
              <a:ext cx="1351865" cy="4729830"/>
            </a:xfrm>
            <a:prstGeom prst="line">
              <a:avLst/>
            </a:prstGeom>
            <a:ln w="38100" cap="flat" cmpd="sng" algn="ctr">
              <a:solidFill>
                <a:schemeClr val="accent1">
                  <a:lumMod val="60000"/>
                  <a:lumOff val="40000"/>
                </a:schemeClr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6" name="Connecteur droit 5">
              <a:extLst>
                <a:ext uri="{FF2B5EF4-FFF2-40B4-BE49-F238E27FC236}">
                  <a16:creationId xmlns:a16="http://schemas.microsoft.com/office/drawing/2014/main" id="{1D9111CB-3D1B-C6D4-5652-84E0269484C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96000" y="190500"/>
              <a:ext cx="0" cy="6502400"/>
            </a:xfrm>
            <a:prstGeom prst="line">
              <a:avLst/>
            </a:prstGeom>
            <a:ln w="38100" cap="flat" cmpd="sng" algn="ctr">
              <a:solidFill>
                <a:schemeClr val="accent1">
                  <a:lumMod val="60000"/>
                  <a:lumOff val="40000"/>
                </a:schemeClr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17" name="ZoneTexte 16">
              <a:extLst>
                <a:ext uri="{FF2B5EF4-FFF2-40B4-BE49-F238E27FC236}">
                  <a16:creationId xmlns:a16="http://schemas.microsoft.com/office/drawing/2014/main" id="{E71021A3-CBA1-DC8F-315C-59FB6EB5C70A}"/>
                </a:ext>
              </a:extLst>
            </p:cNvPr>
            <p:cNvSpPr txBox="1"/>
            <p:nvPr/>
          </p:nvSpPr>
          <p:spPr>
            <a:xfrm rot="16200000">
              <a:off x="3745723" y="2780115"/>
              <a:ext cx="516047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BE" sz="3200" dirty="0">
                  <a:solidFill>
                    <a:schemeClr val="accent1">
                      <a:lumMod val="60000"/>
                      <a:lumOff val="40000"/>
                    </a:schemeClr>
                  </a:solidFill>
                </a:rPr>
                <a:t>Y</a:t>
              </a:r>
              <a:endParaRPr lang="fr-BE" dirty="0">
                <a:solidFill>
                  <a:schemeClr val="accent1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18" name="ZoneTexte 17">
              <a:extLst>
                <a:ext uri="{FF2B5EF4-FFF2-40B4-BE49-F238E27FC236}">
                  <a16:creationId xmlns:a16="http://schemas.microsoft.com/office/drawing/2014/main" id="{FDEE025F-43CE-482A-DBEF-AE869C325982}"/>
                </a:ext>
              </a:extLst>
            </p:cNvPr>
            <p:cNvSpPr txBox="1"/>
            <p:nvPr/>
          </p:nvSpPr>
          <p:spPr>
            <a:xfrm rot="16200000">
              <a:off x="5451819" y="48040"/>
              <a:ext cx="516047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BE" sz="3200" dirty="0">
                  <a:solidFill>
                    <a:schemeClr val="accent1">
                      <a:lumMod val="60000"/>
                      <a:lumOff val="40000"/>
                    </a:schemeClr>
                  </a:solidFill>
                </a:rPr>
                <a:t>X</a:t>
              </a:r>
              <a:endParaRPr lang="fr-BE" dirty="0">
                <a:solidFill>
                  <a:schemeClr val="accent1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19" name="ZoneTexte 18">
              <a:extLst>
                <a:ext uri="{FF2B5EF4-FFF2-40B4-BE49-F238E27FC236}">
                  <a16:creationId xmlns:a16="http://schemas.microsoft.com/office/drawing/2014/main" id="{56044C05-E9FE-FC92-DA6F-1C60443A45FD}"/>
                </a:ext>
              </a:extLst>
            </p:cNvPr>
            <p:cNvSpPr txBox="1"/>
            <p:nvPr/>
          </p:nvSpPr>
          <p:spPr>
            <a:xfrm rot="16200000">
              <a:off x="5410149" y="3459344"/>
              <a:ext cx="78405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BE" sz="2000" dirty="0">
                  <a:solidFill>
                    <a:schemeClr val="accent1">
                      <a:lumMod val="60000"/>
                      <a:lumOff val="40000"/>
                    </a:schemeClr>
                  </a:solidFill>
                </a:rPr>
                <a:t>(0;0)</a:t>
              </a:r>
              <a:endParaRPr lang="fr-BE" sz="1200" dirty="0">
                <a:solidFill>
                  <a:schemeClr val="accent1">
                    <a:lumMod val="60000"/>
                    <a:lumOff val="40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8239093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AA747D-2C05-9DB3-73A8-FEA54329CF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e 20">
            <a:extLst>
              <a:ext uri="{FF2B5EF4-FFF2-40B4-BE49-F238E27FC236}">
                <a16:creationId xmlns:a16="http://schemas.microsoft.com/office/drawing/2014/main" id="{5A16AE86-F3D2-326F-B359-9B01DE02AB11}"/>
              </a:ext>
            </a:extLst>
          </p:cNvPr>
          <p:cNvGrpSpPr/>
          <p:nvPr/>
        </p:nvGrpSpPr>
        <p:grpSpPr>
          <a:xfrm rot="4546320">
            <a:off x="3782922" y="-46684"/>
            <a:ext cx="4876137" cy="6647610"/>
            <a:chOff x="3711359" y="45290"/>
            <a:chExt cx="4876137" cy="6647610"/>
          </a:xfrm>
        </p:grpSpPr>
        <p:pic>
          <p:nvPicPr>
            <p:cNvPr id="9" name="Image 8">
              <a:extLst>
                <a:ext uri="{FF2B5EF4-FFF2-40B4-BE49-F238E27FC236}">
                  <a16:creationId xmlns:a16="http://schemas.microsoft.com/office/drawing/2014/main" id="{090CE326-2BD4-CC1A-65F3-A2B85F3A593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17213358">
              <a:off x="2727570" y="1314299"/>
              <a:ext cx="6623727" cy="4085710"/>
            </a:xfrm>
            <a:prstGeom prst="rect">
              <a:avLst/>
            </a:prstGeom>
          </p:spPr>
        </p:pic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60BDA6CD-BDF5-C641-AC3B-0AEEC84A8DD5}"/>
                </a:ext>
              </a:extLst>
            </p:cNvPr>
            <p:cNvSpPr/>
            <p:nvPr/>
          </p:nvSpPr>
          <p:spPr>
            <a:xfrm>
              <a:off x="5709842" y="3009348"/>
              <a:ext cx="1225110" cy="78405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BE"/>
            </a:p>
          </p:txBody>
        </p:sp>
        <p:cxnSp>
          <p:nvCxnSpPr>
            <p:cNvPr id="4" name="Connecteur droit 3">
              <a:extLst>
                <a:ext uri="{FF2B5EF4-FFF2-40B4-BE49-F238E27FC236}">
                  <a16:creationId xmlns:a16="http://schemas.microsoft.com/office/drawing/2014/main" id="{1C96BCBA-B7AA-5E59-25FA-C832A5F3FAE7}"/>
                </a:ext>
              </a:extLst>
            </p:cNvPr>
            <p:cNvCxnSpPr>
              <a:cxnSpLocks/>
            </p:cNvCxnSpPr>
            <p:nvPr/>
          </p:nvCxnSpPr>
          <p:spPr>
            <a:xfrm rot="17053680" flipH="1" flipV="1">
              <a:off x="5546648" y="963585"/>
              <a:ext cx="1351865" cy="4729830"/>
            </a:xfrm>
            <a:prstGeom prst="line">
              <a:avLst/>
            </a:prstGeom>
            <a:ln w="38100" cap="flat" cmpd="sng" algn="ctr">
              <a:solidFill>
                <a:schemeClr val="accent1">
                  <a:lumMod val="60000"/>
                  <a:lumOff val="40000"/>
                </a:schemeClr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6" name="Connecteur droit 5">
              <a:extLst>
                <a:ext uri="{FF2B5EF4-FFF2-40B4-BE49-F238E27FC236}">
                  <a16:creationId xmlns:a16="http://schemas.microsoft.com/office/drawing/2014/main" id="{B7519266-3721-2AD2-6670-A4CC6905C28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96000" y="190500"/>
              <a:ext cx="0" cy="6502400"/>
            </a:xfrm>
            <a:prstGeom prst="line">
              <a:avLst/>
            </a:prstGeom>
            <a:ln w="38100" cap="flat" cmpd="sng" algn="ctr">
              <a:solidFill>
                <a:schemeClr val="accent1">
                  <a:lumMod val="60000"/>
                  <a:lumOff val="40000"/>
                </a:schemeClr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17" name="ZoneTexte 16">
              <a:extLst>
                <a:ext uri="{FF2B5EF4-FFF2-40B4-BE49-F238E27FC236}">
                  <a16:creationId xmlns:a16="http://schemas.microsoft.com/office/drawing/2014/main" id="{BE3FD3A3-F12E-226D-0FE9-93EEE9DCCE0C}"/>
                </a:ext>
              </a:extLst>
            </p:cNvPr>
            <p:cNvSpPr txBox="1"/>
            <p:nvPr/>
          </p:nvSpPr>
          <p:spPr>
            <a:xfrm rot="16200000">
              <a:off x="3745723" y="2780115"/>
              <a:ext cx="516047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BE" sz="3200" dirty="0">
                  <a:solidFill>
                    <a:schemeClr val="accent1">
                      <a:lumMod val="60000"/>
                      <a:lumOff val="40000"/>
                    </a:schemeClr>
                  </a:solidFill>
                </a:rPr>
                <a:t>Y</a:t>
              </a:r>
              <a:endParaRPr lang="fr-BE" dirty="0">
                <a:solidFill>
                  <a:schemeClr val="accent1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18" name="ZoneTexte 17">
              <a:extLst>
                <a:ext uri="{FF2B5EF4-FFF2-40B4-BE49-F238E27FC236}">
                  <a16:creationId xmlns:a16="http://schemas.microsoft.com/office/drawing/2014/main" id="{6800DD64-29AD-B806-6305-155886DE95F3}"/>
                </a:ext>
              </a:extLst>
            </p:cNvPr>
            <p:cNvSpPr txBox="1"/>
            <p:nvPr/>
          </p:nvSpPr>
          <p:spPr>
            <a:xfrm rot="16200000">
              <a:off x="5451819" y="48040"/>
              <a:ext cx="516047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BE" sz="3200" dirty="0">
                  <a:solidFill>
                    <a:schemeClr val="accent1">
                      <a:lumMod val="60000"/>
                      <a:lumOff val="40000"/>
                    </a:schemeClr>
                  </a:solidFill>
                </a:rPr>
                <a:t>X</a:t>
              </a:r>
              <a:endParaRPr lang="fr-BE" dirty="0">
                <a:solidFill>
                  <a:schemeClr val="accent1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19" name="ZoneTexte 18">
              <a:extLst>
                <a:ext uri="{FF2B5EF4-FFF2-40B4-BE49-F238E27FC236}">
                  <a16:creationId xmlns:a16="http://schemas.microsoft.com/office/drawing/2014/main" id="{DAEE5139-3DC0-DECA-5CBF-B90705FA2C24}"/>
                </a:ext>
              </a:extLst>
            </p:cNvPr>
            <p:cNvSpPr txBox="1"/>
            <p:nvPr/>
          </p:nvSpPr>
          <p:spPr>
            <a:xfrm rot="16200000">
              <a:off x="5410149" y="3459344"/>
              <a:ext cx="78405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BE" sz="2000" dirty="0">
                  <a:solidFill>
                    <a:schemeClr val="accent1">
                      <a:lumMod val="60000"/>
                      <a:lumOff val="40000"/>
                    </a:schemeClr>
                  </a:solidFill>
                </a:rPr>
                <a:t>(0;0)</a:t>
              </a:r>
              <a:endParaRPr lang="fr-BE" sz="1200" dirty="0">
                <a:solidFill>
                  <a:schemeClr val="accent1">
                    <a:lumMod val="60000"/>
                    <a:lumOff val="40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1186769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BBFB90-A473-7DB8-0719-ABD6EC3E27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e 20">
            <a:extLst>
              <a:ext uri="{FF2B5EF4-FFF2-40B4-BE49-F238E27FC236}">
                <a16:creationId xmlns:a16="http://schemas.microsoft.com/office/drawing/2014/main" id="{A76E35B8-F5DA-4CC6-C8D3-F44991B6ABF5}"/>
              </a:ext>
            </a:extLst>
          </p:cNvPr>
          <p:cNvGrpSpPr/>
          <p:nvPr/>
        </p:nvGrpSpPr>
        <p:grpSpPr>
          <a:xfrm rot="2477135">
            <a:off x="3782922" y="-46684"/>
            <a:ext cx="4876137" cy="6647610"/>
            <a:chOff x="3711359" y="45290"/>
            <a:chExt cx="4876137" cy="6647610"/>
          </a:xfrm>
        </p:grpSpPr>
        <p:pic>
          <p:nvPicPr>
            <p:cNvPr id="9" name="Image 8">
              <a:extLst>
                <a:ext uri="{FF2B5EF4-FFF2-40B4-BE49-F238E27FC236}">
                  <a16:creationId xmlns:a16="http://schemas.microsoft.com/office/drawing/2014/main" id="{65687DBD-864A-37FD-086D-89CA4ED69E2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17213358">
              <a:off x="2727570" y="1314299"/>
              <a:ext cx="6623727" cy="4085710"/>
            </a:xfrm>
            <a:prstGeom prst="rect">
              <a:avLst/>
            </a:prstGeom>
          </p:spPr>
        </p:pic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DC285375-2DA0-B4DE-B91E-75E3DCD5FF1C}"/>
                </a:ext>
              </a:extLst>
            </p:cNvPr>
            <p:cNvSpPr/>
            <p:nvPr/>
          </p:nvSpPr>
          <p:spPr>
            <a:xfrm>
              <a:off x="5709842" y="3009348"/>
              <a:ext cx="1225110" cy="78405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BE"/>
            </a:p>
          </p:txBody>
        </p:sp>
        <p:cxnSp>
          <p:nvCxnSpPr>
            <p:cNvPr id="4" name="Connecteur droit 3">
              <a:extLst>
                <a:ext uri="{FF2B5EF4-FFF2-40B4-BE49-F238E27FC236}">
                  <a16:creationId xmlns:a16="http://schemas.microsoft.com/office/drawing/2014/main" id="{A4915A79-27D6-20DC-82D7-67CDE89FFFEE}"/>
                </a:ext>
              </a:extLst>
            </p:cNvPr>
            <p:cNvCxnSpPr>
              <a:cxnSpLocks/>
            </p:cNvCxnSpPr>
            <p:nvPr/>
          </p:nvCxnSpPr>
          <p:spPr>
            <a:xfrm rot="17053680" flipH="1" flipV="1">
              <a:off x="5546648" y="963585"/>
              <a:ext cx="1351865" cy="4729830"/>
            </a:xfrm>
            <a:prstGeom prst="line">
              <a:avLst/>
            </a:prstGeom>
            <a:ln w="38100" cap="flat" cmpd="sng" algn="ctr">
              <a:solidFill>
                <a:schemeClr val="accent1">
                  <a:lumMod val="60000"/>
                  <a:lumOff val="40000"/>
                </a:schemeClr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6" name="Connecteur droit 5">
              <a:extLst>
                <a:ext uri="{FF2B5EF4-FFF2-40B4-BE49-F238E27FC236}">
                  <a16:creationId xmlns:a16="http://schemas.microsoft.com/office/drawing/2014/main" id="{18042827-F050-8A03-161C-58B7E4223BC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96000" y="190500"/>
              <a:ext cx="0" cy="6502400"/>
            </a:xfrm>
            <a:prstGeom prst="line">
              <a:avLst/>
            </a:prstGeom>
            <a:ln w="38100" cap="flat" cmpd="sng" algn="ctr">
              <a:solidFill>
                <a:schemeClr val="accent1">
                  <a:lumMod val="60000"/>
                  <a:lumOff val="40000"/>
                </a:schemeClr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17" name="ZoneTexte 16">
              <a:extLst>
                <a:ext uri="{FF2B5EF4-FFF2-40B4-BE49-F238E27FC236}">
                  <a16:creationId xmlns:a16="http://schemas.microsoft.com/office/drawing/2014/main" id="{2D55B687-9A49-30D6-9220-405613DF8760}"/>
                </a:ext>
              </a:extLst>
            </p:cNvPr>
            <p:cNvSpPr txBox="1"/>
            <p:nvPr/>
          </p:nvSpPr>
          <p:spPr>
            <a:xfrm rot="16200000">
              <a:off x="3745723" y="2780115"/>
              <a:ext cx="516047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BE" sz="3200" dirty="0">
                  <a:solidFill>
                    <a:schemeClr val="accent1">
                      <a:lumMod val="60000"/>
                      <a:lumOff val="40000"/>
                    </a:schemeClr>
                  </a:solidFill>
                </a:rPr>
                <a:t>Y</a:t>
              </a:r>
              <a:endParaRPr lang="fr-BE" dirty="0">
                <a:solidFill>
                  <a:schemeClr val="accent1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18" name="ZoneTexte 17">
              <a:extLst>
                <a:ext uri="{FF2B5EF4-FFF2-40B4-BE49-F238E27FC236}">
                  <a16:creationId xmlns:a16="http://schemas.microsoft.com/office/drawing/2014/main" id="{1E27E391-5BA6-A36C-D828-8ACC17654980}"/>
                </a:ext>
              </a:extLst>
            </p:cNvPr>
            <p:cNvSpPr txBox="1"/>
            <p:nvPr/>
          </p:nvSpPr>
          <p:spPr>
            <a:xfrm rot="16200000">
              <a:off x="5451819" y="48040"/>
              <a:ext cx="516047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BE" sz="3200" dirty="0">
                  <a:solidFill>
                    <a:schemeClr val="accent1">
                      <a:lumMod val="60000"/>
                      <a:lumOff val="40000"/>
                    </a:schemeClr>
                  </a:solidFill>
                </a:rPr>
                <a:t>X</a:t>
              </a:r>
              <a:endParaRPr lang="fr-BE" dirty="0">
                <a:solidFill>
                  <a:schemeClr val="accent1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19" name="ZoneTexte 18">
              <a:extLst>
                <a:ext uri="{FF2B5EF4-FFF2-40B4-BE49-F238E27FC236}">
                  <a16:creationId xmlns:a16="http://schemas.microsoft.com/office/drawing/2014/main" id="{A5DB00A9-A7D8-A399-8823-14A8AE662464}"/>
                </a:ext>
              </a:extLst>
            </p:cNvPr>
            <p:cNvSpPr txBox="1"/>
            <p:nvPr/>
          </p:nvSpPr>
          <p:spPr>
            <a:xfrm rot="16200000">
              <a:off x="5410149" y="3459344"/>
              <a:ext cx="78405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BE" sz="2000" dirty="0">
                  <a:solidFill>
                    <a:schemeClr val="accent1">
                      <a:lumMod val="60000"/>
                      <a:lumOff val="40000"/>
                    </a:schemeClr>
                  </a:solidFill>
                </a:rPr>
                <a:t>(0;0)</a:t>
              </a:r>
              <a:endParaRPr lang="fr-BE" sz="1200" dirty="0">
                <a:solidFill>
                  <a:schemeClr val="accent1">
                    <a:lumMod val="60000"/>
                    <a:lumOff val="40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6537231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2620BB-B246-C0E6-8625-B176949BA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 8">
            <a:extLst>
              <a:ext uri="{FF2B5EF4-FFF2-40B4-BE49-F238E27FC236}">
                <a16:creationId xmlns:a16="http://schemas.microsoft.com/office/drawing/2014/main" id="{54CBAFC7-D567-D889-95D3-E43FCFF07D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7213358">
            <a:off x="2727570" y="1314299"/>
            <a:ext cx="6623727" cy="4085710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23B81B7C-2A4C-36D6-22B8-1BBA84849A9E}"/>
              </a:ext>
            </a:extLst>
          </p:cNvPr>
          <p:cNvSpPr/>
          <p:nvPr/>
        </p:nvSpPr>
        <p:spPr>
          <a:xfrm>
            <a:off x="5709842" y="3009348"/>
            <a:ext cx="1225110" cy="7840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F65C84B7-36BE-479D-3CF0-85A653810752}"/>
              </a:ext>
            </a:extLst>
          </p:cNvPr>
          <p:cNvCxnSpPr>
            <a:cxnSpLocks/>
          </p:cNvCxnSpPr>
          <p:nvPr/>
        </p:nvCxnSpPr>
        <p:spPr>
          <a:xfrm flipH="1">
            <a:off x="1765426" y="3401696"/>
            <a:ext cx="8957772" cy="0"/>
          </a:xfrm>
          <a:prstGeom prst="line">
            <a:avLst/>
          </a:prstGeom>
          <a:ln w="38100" cap="flat" cmpd="sng" algn="ctr">
            <a:solidFill>
              <a:schemeClr val="accent1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" name="Connecteur droit 5">
            <a:extLst>
              <a:ext uri="{FF2B5EF4-FFF2-40B4-BE49-F238E27FC236}">
                <a16:creationId xmlns:a16="http://schemas.microsoft.com/office/drawing/2014/main" id="{F387F55E-2246-D8D9-944F-49C755968139}"/>
              </a:ext>
            </a:extLst>
          </p:cNvPr>
          <p:cNvCxnSpPr>
            <a:cxnSpLocks/>
          </p:cNvCxnSpPr>
          <p:nvPr/>
        </p:nvCxnSpPr>
        <p:spPr>
          <a:xfrm flipV="1">
            <a:off x="6096000" y="190500"/>
            <a:ext cx="0" cy="6502400"/>
          </a:xfrm>
          <a:prstGeom prst="line">
            <a:avLst/>
          </a:prstGeom>
          <a:ln w="38100" cap="flat" cmpd="sng" algn="ctr">
            <a:solidFill>
              <a:schemeClr val="accent1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7" name="ZoneTexte 16">
            <a:extLst>
              <a:ext uri="{FF2B5EF4-FFF2-40B4-BE49-F238E27FC236}">
                <a16:creationId xmlns:a16="http://schemas.microsoft.com/office/drawing/2014/main" id="{C0171651-0AAF-CEB8-668A-C2DB03474E1B}"/>
              </a:ext>
            </a:extLst>
          </p:cNvPr>
          <p:cNvSpPr txBox="1"/>
          <p:nvPr/>
        </p:nvSpPr>
        <p:spPr>
          <a:xfrm rot="16200000">
            <a:off x="1799790" y="2716961"/>
            <a:ext cx="51604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sz="32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Y</a:t>
            </a:r>
            <a:endParaRPr lang="fr-BE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70706079-D64D-6160-DB77-1C57FC88BE6C}"/>
              </a:ext>
            </a:extLst>
          </p:cNvPr>
          <p:cNvSpPr txBox="1"/>
          <p:nvPr/>
        </p:nvSpPr>
        <p:spPr>
          <a:xfrm rot="16200000">
            <a:off x="5451819" y="48040"/>
            <a:ext cx="51604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sz="32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X</a:t>
            </a:r>
            <a:endParaRPr lang="fr-BE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217EB154-D9AC-2B77-15F9-8055B9140292}"/>
              </a:ext>
            </a:extLst>
          </p:cNvPr>
          <p:cNvSpPr txBox="1"/>
          <p:nvPr/>
        </p:nvSpPr>
        <p:spPr>
          <a:xfrm rot="16200000">
            <a:off x="5410149" y="3459344"/>
            <a:ext cx="7840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(0;0)</a:t>
            </a:r>
            <a:endParaRPr lang="fr-BE" sz="12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9423284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36C0B5-601A-E7A1-AB65-EDF99D0695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 8">
            <a:extLst>
              <a:ext uri="{FF2B5EF4-FFF2-40B4-BE49-F238E27FC236}">
                <a16:creationId xmlns:a16="http://schemas.microsoft.com/office/drawing/2014/main" id="{FF6FDCE9-0E2C-9F4B-2C4F-5B623A9FAB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7213358">
            <a:off x="2727570" y="1314299"/>
            <a:ext cx="6623727" cy="408571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55C49981-5C8B-3968-F20D-8947EF883299}"/>
              </a:ext>
            </a:extLst>
          </p:cNvPr>
          <p:cNvSpPr/>
          <p:nvPr/>
        </p:nvSpPr>
        <p:spPr>
          <a:xfrm>
            <a:off x="5709842" y="3009348"/>
            <a:ext cx="1225110" cy="7840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76A041EA-3111-1442-B22E-B8BF56DC0056}"/>
              </a:ext>
            </a:extLst>
          </p:cNvPr>
          <p:cNvCxnSpPr>
            <a:cxnSpLocks/>
          </p:cNvCxnSpPr>
          <p:nvPr/>
        </p:nvCxnSpPr>
        <p:spPr>
          <a:xfrm>
            <a:off x="1765426" y="3401696"/>
            <a:ext cx="8957772" cy="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" name="Connecteur droit 5">
            <a:extLst>
              <a:ext uri="{FF2B5EF4-FFF2-40B4-BE49-F238E27FC236}">
                <a16:creationId xmlns:a16="http://schemas.microsoft.com/office/drawing/2014/main" id="{83C1E813-8CF5-6099-30AA-8171459EECF7}"/>
              </a:ext>
            </a:extLst>
          </p:cNvPr>
          <p:cNvCxnSpPr>
            <a:cxnSpLocks/>
          </p:cNvCxnSpPr>
          <p:nvPr/>
        </p:nvCxnSpPr>
        <p:spPr>
          <a:xfrm flipV="1">
            <a:off x="6096000" y="190500"/>
            <a:ext cx="0" cy="650240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" name="ZoneTexte 2">
            <a:extLst>
              <a:ext uri="{FF2B5EF4-FFF2-40B4-BE49-F238E27FC236}">
                <a16:creationId xmlns:a16="http://schemas.microsoft.com/office/drawing/2014/main" id="{102DAF3C-F013-9C5B-8B56-11C12D005D9E}"/>
              </a:ext>
            </a:extLst>
          </p:cNvPr>
          <p:cNvSpPr txBox="1"/>
          <p:nvPr/>
        </p:nvSpPr>
        <p:spPr>
          <a:xfrm>
            <a:off x="10465174" y="3456304"/>
            <a:ext cx="5160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sz="2000" dirty="0"/>
              <a:t>x</a:t>
            </a:r>
            <a:endParaRPr lang="fr-BE" sz="1200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7437F03C-8F3B-E056-350A-51A6842BEAA9}"/>
              </a:ext>
            </a:extLst>
          </p:cNvPr>
          <p:cNvSpPr txBox="1"/>
          <p:nvPr/>
        </p:nvSpPr>
        <p:spPr>
          <a:xfrm>
            <a:off x="5649898" y="190500"/>
            <a:ext cx="5160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sz="2000" dirty="0"/>
              <a:t>y</a:t>
            </a:r>
            <a:endParaRPr lang="fr-BE" sz="1200" dirty="0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5D637046-CB57-C5AB-046E-D499ED1BD571}"/>
              </a:ext>
            </a:extLst>
          </p:cNvPr>
          <p:cNvSpPr txBox="1"/>
          <p:nvPr/>
        </p:nvSpPr>
        <p:spPr>
          <a:xfrm>
            <a:off x="5410149" y="3459344"/>
            <a:ext cx="7840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sz="2000" dirty="0"/>
              <a:t>(0;0)</a:t>
            </a:r>
            <a:endParaRPr lang="fr-BE" sz="1200" dirty="0"/>
          </a:p>
        </p:txBody>
      </p:sp>
    </p:spTree>
    <p:extLst>
      <p:ext uri="{BB962C8B-B14F-4D97-AF65-F5344CB8AC3E}">
        <p14:creationId xmlns:p14="http://schemas.microsoft.com/office/powerpoint/2010/main" val="220253739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4D1C35-BA82-56B6-CE39-F858B82D2F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EE632BB3-00E4-36DD-25A2-2AF8AADEF4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607" y="0"/>
            <a:ext cx="6925817" cy="6858000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1AFF92CA-07CE-828B-BE2C-2DF0878128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7424" y="0"/>
            <a:ext cx="5284575" cy="2849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780688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DDE021-1420-6FD0-A343-E8CB91C366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7161C5EF-75B8-7108-3F09-47EA60A201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980031"/>
            <a:ext cx="12192000" cy="1381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579638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14EA09-6F50-BA57-E66C-E61B11AC6F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47B4415F-B2D5-0337-2432-A2FA1F7866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655675"/>
            <a:ext cx="12192000" cy="2426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848254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C1615A-D054-269C-11C2-7A2A769A15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FA0DF54B-7084-F0EE-E2A3-B65D26FDA6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717991"/>
            <a:ext cx="12192000" cy="24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782775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E3AE05-0C93-C729-0CCE-DAF59E2956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1B296853-26F8-5A05-DA8F-DF9A22F462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36623"/>
            <a:ext cx="12192000" cy="4584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935349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4D8A87-04F5-2FDB-AFE4-1D4A434D88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AB9E5752-A50C-4E81-8F16-79AC4335D1A7}"/>
              </a:ext>
            </a:extLst>
          </p:cNvPr>
          <p:cNvSpPr txBox="1"/>
          <p:nvPr/>
        </p:nvSpPr>
        <p:spPr>
          <a:xfrm>
            <a:off x="4635593" y="1289370"/>
            <a:ext cx="4348333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sz="3600" b="1" dirty="0"/>
              <a:t>Exercices</a:t>
            </a:r>
          </a:p>
          <a:p>
            <a:endParaRPr lang="fr-BE" sz="3600" b="1" dirty="0"/>
          </a:p>
          <a:p>
            <a:r>
              <a:rPr lang="fr-BE" sz="4400" dirty="0"/>
              <a:t>Ex 6 : 1</a:t>
            </a:r>
          </a:p>
          <a:p>
            <a:r>
              <a:rPr lang="fr-BE" sz="4400" dirty="0"/>
              <a:t>Ex 7 : 2,3</a:t>
            </a:r>
          </a:p>
          <a:p>
            <a:r>
              <a:rPr lang="fr-BE" sz="4400" dirty="0"/>
              <a:t>Ex 13</a:t>
            </a:r>
          </a:p>
        </p:txBody>
      </p:sp>
    </p:spTree>
    <p:extLst>
      <p:ext uri="{BB962C8B-B14F-4D97-AF65-F5344CB8AC3E}">
        <p14:creationId xmlns:p14="http://schemas.microsoft.com/office/powerpoint/2010/main" val="205030829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038D90-A486-EACD-7C44-494ED5D50C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6A8E2385-3A49-42AE-4C22-A5D4F28D91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rot="5400000">
            <a:off x="2618395" y="-1604724"/>
            <a:ext cx="6858000" cy="1006744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3FC9FF2-13DE-5C2E-BF65-CDF04055DE9F}"/>
              </a:ext>
            </a:extLst>
          </p:cNvPr>
          <p:cNvSpPr/>
          <p:nvPr/>
        </p:nvSpPr>
        <p:spPr>
          <a:xfrm>
            <a:off x="3138770" y="965728"/>
            <a:ext cx="7676148" cy="794085"/>
          </a:xfrm>
          <a:prstGeom prst="rect">
            <a:avLst/>
          </a:prstGeom>
          <a:solidFill>
            <a:srgbClr val="AEAEAE">
              <a:alpha val="89020"/>
            </a:srgbClr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7AB4EC3-B9E0-7D6C-E860-3A777E6E273D}"/>
              </a:ext>
            </a:extLst>
          </p:cNvPr>
          <p:cNvSpPr/>
          <p:nvPr/>
        </p:nvSpPr>
        <p:spPr>
          <a:xfrm>
            <a:off x="3138769" y="1749858"/>
            <a:ext cx="1920033" cy="794085"/>
          </a:xfrm>
          <a:prstGeom prst="rect">
            <a:avLst/>
          </a:prstGeom>
          <a:solidFill>
            <a:srgbClr val="AEAEAE">
              <a:alpha val="89020"/>
            </a:srgbClr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D4006C7-49D7-7EC0-1F31-4D381E217D10}"/>
              </a:ext>
            </a:extLst>
          </p:cNvPr>
          <p:cNvSpPr/>
          <p:nvPr/>
        </p:nvSpPr>
        <p:spPr>
          <a:xfrm>
            <a:off x="3138769" y="3328074"/>
            <a:ext cx="1920033" cy="794085"/>
          </a:xfrm>
          <a:prstGeom prst="rect">
            <a:avLst/>
          </a:prstGeom>
          <a:solidFill>
            <a:srgbClr val="AEAEAE">
              <a:alpha val="89020"/>
            </a:srgbClr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8A525B4-71D5-E04E-5BDD-49B7865C303B}"/>
              </a:ext>
            </a:extLst>
          </p:cNvPr>
          <p:cNvSpPr/>
          <p:nvPr/>
        </p:nvSpPr>
        <p:spPr>
          <a:xfrm>
            <a:off x="3244542" y="2518165"/>
            <a:ext cx="1708485" cy="794084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25AF425-500A-86BB-7EF3-0F8D7327A054}"/>
              </a:ext>
            </a:extLst>
          </p:cNvPr>
          <p:cNvSpPr/>
          <p:nvPr/>
        </p:nvSpPr>
        <p:spPr>
          <a:xfrm>
            <a:off x="7057056" y="1759813"/>
            <a:ext cx="1920033" cy="794085"/>
          </a:xfrm>
          <a:prstGeom prst="rect">
            <a:avLst/>
          </a:prstGeom>
          <a:solidFill>
            <a:srgbClr val="AEAEAE">
              <a:alpha val="89020"/>
            </a:srgbClr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412043107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3DC73FE-45FF-A954-ED4F-007DE477A6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1BC4D0F3-E7E7-5273-1C95-4E39106756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270C9CB-A6E5-69A6-7EE4-7CE7CC4917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0" cy="518714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2B09B11-36A1-3772-5A98-C39E93441B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6464" y="551961"/>
            <a:ext cx="10999072" cy="539995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2A423A1B-2AC8-AB76-33F4-3D99FA4ACE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9059" y="1534451"/>
            <a:ext cx="9144000" cy="238760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Ellipse</a:t>
            </a:r>
            <a:br>
              <a:rPr lang="en-US" sz="5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br>
              <a:rPr lang="en-US" sz="5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sz="54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Approche</a:t>
            </a:r>
            <a:r>
              <a:rPr lang="en-US" sz="5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54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focale</a:t>
            </a:r>
            <a:endParaRPr lang="en-US" sz="54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cxnSp>
        <p:nvCxnSpPr>
          <p:cNvPr id="29" name="Straight Connector 23">
            <a:extLst>
              <a:ext uri="{FF2B5EF4-FFF2-40B4-BE49-F238E27FC236}">
                <a16:creationId xmlns:a16="http://schemas.microsoft.com/office/drawing/2014/main" id="{3CCE62E5-1177-A462-2ED4-4C9933B5F8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96464" y="6329769"/>
            <a:ext cx="11000232" cy="0"/>
          </a:xfrm>
          <a:prstGeom prst="line">
            <a:avLst/>
          </a:prstGeom>
          <a:ln w="1524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785563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A35A36-D252-727B-7C0B-70A90B937A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A245BD55-D601-2A4F-F580-7192DA4191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99236"/>
            <a:ext cx="12192000" cy="4059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485439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7B947B-7F99-7AA2-07C1-0EBDAF7BDF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E7F43ABF-9FC0-216D-1E9C-6552BA3BD2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86" y="855194"/>
            <a:ext cx="12134514" cy="5330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187711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7E8315-9BAD-A33E-1FC3-C2014137FE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15AB2F06-DE7A-122C-A822-52B92B4AD1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3669" y="0"/>
            <a:ext cx="5945703" cy="2611632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B389ECAD-0110-DE4E-2C09-D3E66078E5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9192" y="1420000"/>
            <a:ext cx="5794477" cy="4501402"/>
          </a:xfrm>
          <a:prstGeom prst="rect">
            <a:avLst/>
          </a:prstGeom>
        </p:spPr>
      </p:pic>
      <p:cxnSp>
        <p:nvCxnSpPr>
          <p:cNvPr id="10" name="Connecteur droit 9">
            <a:extLst>
              <a:ext uri="{FF2B5EF4-FFF2-40B4-BE49-F238E27FC236}">
                <a16:creationId xmlns:a16="http://schemas.microsoft.com/office/drawing/2014/main" id="{B03D541F-1CEE-508D-7F76-2DC6F5A88062}"/>
              </a:ext>
            </a:extLst>
          </p:cNvPr>
          <p:cNvCxnSpPr>
            <a:cxnSpLocks/>
          </p:cNvCxnSpPr>
          <p:nvPr/>
        </p:nvCxnSpPr>
        <p:spPr>
          <a:xfrm>
            <a:off x="4045727" y="2980021"/>
            <a:ext cx="153277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Ellipse 5">
            <a:extLst>
              <a:ext uri="{FF2B5EF4-FFF2-40B4-BE49-F238E27FC236}">
                <a16:creationId xmlns:a16="http://schemas.microsoft.com/office/drawing/2014/main" id="{9304B88F-9F1A-E38B-EAD3-FBE226E0392A}"/>
              </a:ext>
            </a:extLst>
          </p:cNvPr>
          <p:cNvSpPr/>
          <p:nvPr/>
        </p:nvSpPr>
        <p:spPr>
          <a:xfrm>
            <a:off x="4012834" y="2960287"/>
            <a:ext cx="77383" cy="81372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84C609E2-AAB6-64D1-C88B-0BE6729EE93C}"/>
              </a:ext>
            </a:extLst>
          </p:cNvPr>
          <p:cNvCxnSpPr>
            <a:cxnSpLocks/>
            <a:endCxn id="6" idx="3"/>
          </p:cNvCxnSpPr>
          <p:nvPr/>
        </p:nvCxnSpPr>
        <p:spPr>
          <a:xfrm flipV="1">
            <a:off x="3637865" y="3029742"/>
            <a:ext cx="386301" cy="7866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403703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E019A9-B9A4-B008-10E1-40EDF6D805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1BB1F214-5A51-46B9-B393-6F7A9FC104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3669" y="0"/>
            <a:ext cx="5945703" cy="2611632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0374C861-50C0-1E7D-CC7D-1D6184E170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9192" y="1420000"/>
            <a:ext cx="5794477" cy="4501402"/>
          </a:xfrm>
          <a:prstGeom prst="rect">
            <a:avLst/>
          </a:prstGeom>
        </p:spPr>
      </p:pic>
      <p:cxnSp>
        <p:nvCxnSpPr>
          <p:cNvPr id="10" name="Connecteur droit 9">
            <a:extLst>
              <a:ext uri="{FF2B5EF4-FFF2-40B4-BE49-F238E27FC236}">
                <a16:creationId xmlns:a16="http://schemas.microsoft.com/office/drawing/2014/main" id="{C3107EFC-410B-90B9-A774-0F8E7C05415B}"/>
              </a:ext>
            </a:extLst>
          </p:cNvPr>
          <p:cNvCxnSpPr>
            <a:cxnSpLocks/>
          </p:cNvCxnSpPr>
          <p:nvPr/>
        </p:nvCxnSpPr>
        <p:spPr>
          <a:xfrm>
            <a:off x="3469247" y="2570946"/>
            <a:ext cx="211582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Ellipse 5">
            <a:extLst>
              <a:ext uri="{FF2B5EF4-FFF2-40B4-BE49-F238E27FC236}">
                <a16:creationId xmlns:a16="http://schemas.microsoft.com/office/drawing/2014/main" id="{61CBF04C-E62E-C8D0-8778-3CD6763A0F5F}"/>
              </a:ext>
            </a:extLst>
          </p:cNvPr>
          <p:cNvSpPr/>
          <p:nvPr/>
        </p:nvSpPr>
        <p:spPr>
          <a:xfrm>
            <a:off x="3430556" y="2530260"/>
            <a:ext cx="77383" cy="81372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0C6EAF3E-802A-0024-0390-AB9114366B11}"/>
              </a:ext>
            </a:extLst>
          </p:cNvPr>
          <p:cNvCxnSpPr>
            <a:cxnSpLocks/>
            <a:endCxn id="6" idx="4"/>
          </p:cNvCxnSpPr>
          <p:nvPr/>
        </p:nvCxnSpPr>
        <p:spPr>
          <a:xfrm flipH="1" flipV="1">
            <a:off x="3469248" y="2611632"/>
            <a:ext cx="194930" cy="126158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617484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05EF5D-7534-F801-324B-BC41860BCD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B3CC793E-5EE9-9C73-3427-5A080F016A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3669" y="0"/>
            <a:ext cx="5945703" cy="2611632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53DC5A08-BE4E-7C39-DD00-788F845F59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9192" y="1420000"/>
            <a:ext cx="5794477" cy="4501402"/>
          </a:xfrm>
          <a:prstGeom prst="rect">
            <a:avLst/>
          </a:prstGeom>
        </p:spPr>
      </p:pic>
      <p:cxnSp>
        <p:nvCxnSpPr>
          <p:cNvPr id="10" name="Connecteur droit 9">
            <a:extLst>
              <a:ext uri="{FF2B5EF4-FFF2-40B4-BE49-F238E27FC236}">
                <a16:creationId xmlns:a16="http://schemas.microsoft.com/office/drawing/2014/main" id="{4F4E4286-14C5-424D-54E5-84D7ED1F12C8}"/>
              </a:ext>
            </a:extLst>
          </p:cNvPr>
          <p:cNvCxnSpPr>
            <a:cxnSpLocks/>
          </p:cNvCxnSpPr>
          <p:nvPr/>
        </p:nvCxnSpPr>
        <p:spPr>
          <a:xfrm>
            <a:off x="2062512" y="2436921"/>
            <a:ext cx="350940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Ellipse 5">
            <a:extLst>
              <a:ext uri="{FF2B5EF4-FFF2-40B4-BE49-F238E27FC236}">
                <a16:creationId xmlns:a16="http://schemas.microsoft.com/office/drawing/2014/main" id="{6F891680-D0F6-9538-BA5A-0D1651069627}"/>
              </a:ext>
            </a:extLst>
          </p:cNvPr>
          <p:cNvSpPr/>
          <p:nvPr/>
        </p:nvSpPr>
        <p:spPr>
          <a:xfrm>
            <a:off x="1996461" y="2405270"/>
            <a:ext cx="77383" cy="81372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699A2C2F-5935-58C2-DE25-C7369270296D}"/>
              </a:ext>
            </a:extLst>
          </p:cNvPr>
          <p:cNvCxnSpPr>
            <a:cxnSpLocks/>
          </p:cNvCxnSpPr>
          <p:nvPr/>
        </p:nvCxnSpPr>
        <p:spPr>
          <a:xfrm flipH="1" flipV="1">
            <a:off x="2062512" y="2486642"/>
            <a:ext cx="1608601" cy="13485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5105464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72072-EABD-C0E2-844C-FC6DAF2ED5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7942FDD6-5B18-7D72-E89C-2176E83DD6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3669" y="0"/>
            <a:ext cx="5945703" cy="2611632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4971236D-EAD3-A120-CBF2-519B9A97BB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9192" y="1420000"/>
            <a:ext cx="5794477" cy="4501402"/>
          </a:xfrm>
          <a:prstGeom prst="rect">
            <a:avLst/>
          </a:prstGeom>
        </p:spPr>
      </p:pic>
      <p:cxnSp>
        <p:nvCxnSpPr>
          <p:cNvPr id="10" name="Connecteur droit 9">
            <a:extLst>
              <a:ext uri="{FF2B5EF4-FFF2-40B4-BE49-F238E27FC236}">
                <a16:creationId xmlns:a16="http://schemas.microsoft.com/office/drawing/2014/main" id="{38B9BFBF-A637-ED8D-E040-7766EF3B82CE}"/>
              </a:ext>
            </a:extLst>
          </p:cNvPr>
          <p:cNvCxnSpPr>
            <a:cxnSpLocks/>
          </p:cNvCxnSpPr>
          <p:nvPr/>
        </p:nvCxnSpPr>
        <p:spPr>
          <a:xfrm flipV="1">
            <a:off x="726826" y="3670701"/>
            <a:ext cx="4845093" cy="824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Ellipse 5">
            <a:extLst>
              <a:ext uri="{FF2B5EF4-FFF2-40B4-BE49-F238E27FC236}">
                <a16:creationId xmlns:a16="http://schemas.microsoft.com/office/drawing/2014/main" id="{3A86E1DF-C25E-A9D3-8328-D1637BFA8524}"/>
              </a:ext>
            </a:extLst>
          </p:cNvPr>
          <p:cNvSpPr/>
          <p:nvPr/>
        </p:nvSpPr>
        <p:spPr>
          <a:xfrm>
            <a:off x="726826" y="3630015"/>
            <a:ext cx="77383" cy="81372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152E4553-9E61-A04A-DAEA-F184B006D5FA}"/>
              </a:ext>
            </a:extLst>
          </p:cNvPr>
          <p:cNvCxnSpPr>
            <a:cxnSpLocks/>
            <a:endCxn id="6" idx="6"/>
          </p:cNvCxnSpPr>
          <p:nvPr/>
        </p:nvCxnSpPr>
        <p:spPr>
          <a:xfrm flipH="1" flipV="1">
            <a:off x="804209" y="3670701"/>
            <a:ext cx="2866904" cy="16451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0018356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E7A5E2-2967-C9AA-9D57-B0E3A9F99F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30B81F3A-A269-664C-CFA0-3ADC9FB4A8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3669" y="0"/>
            <a:ext cx="5945703" cy="2611632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6E552267-C2D7-9C88-D123-B015C17561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9192" y="1420000"/>
            <a:ext cx="5794477" cy="4501402"/>
          </a:xfrm>
          <a:prstGeom prst="rect">
            <a:avLst/>
          </a:prstGeom>
        </p:spPr>
      </p:pic>
      <p:cxnSp>
        <p:nvCxnSpPr>
          <p:cNvPr id="10" name="Connecteur droit 9">
            <a:extLst>
              <a:ext uri="{FF2B5EF4-FFF2-40B4-BE49-F238E27FC236}">
                <a16:creationId xmlns:a16="http://schemas.microsoft.com/office/drawing/2014/main" id="{992EDEBB-B38A-062A-419C-414030D93741}"/>
              </a:ext>
            </a:extLst>
          </p:cNvPr>
          <p:cNvCxnSpPr>
            <a:cxnSpLocks/>
          </p:cNvCxnSpPr>
          <p:nvPr/>
        </p:nvCxnSpPr>
        <p:spPr>
          <a:xfrm>
            <a:off x="1054968" y="4622792"/>
            <a:ext cx="4503795" cy="3472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Ellipse 5">
            <a:extLst>
              <a:ext uri="{FF2B5EF4-FFF2-40B4-BE49-F238E27FC236}">
                <a16:creationId xmlns:a16="http://schemas.microsoft.com/office/drawing/2014/main" id="{2955FCA9-727C-5C92-8699-D48120ACE3AB}"/>
              </a:ext>
            </a:extLst>
          </p:cNvPr>
          <p:cNvSpPr/>
          <p:nvPr/>
        </p:nvSpPr>
        <p:spPr>
          <a:xfrm>
            <a:off x="1016277" y="4576148"/>
            <a:ext cx="77383" cy="81372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7E061E4C-30AA-7877-67A6-528F45F2A080}"/>
              </a:ext>
            </a:extLst>
          </p:cNvPr>
          <p:cNvCxnSpPr>
            <a:cxnSpLocks/>
            <a:endCxn id="6" idx="7"/>
          </p:cNvCxnSpPr>
          <p:nvPr/>
        </p:nvCxnSpPr>
        <p:spPr>
          <a:xfrm flipH="1">
            <a:off x="1082328" y="3835217"/>
            <a:ext cx="2588785" cy="75284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170494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BE6087-67CE-1E08-D54F-82AAD52FD2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58BE7DA6-7B06-A767-7E9C-97E33AFF20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11666"/>
            <a:ext cx="12192000" cy="6434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40469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4B643E-B763-E6C7-0577-3304D2BE0A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EFBF6A77-7481-1084-A05E-0FC561C791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rot="5400000">
            <a:off x="2618395" y="-1604724"/>
            <a:ext cx="6858000" cy="1006744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C9CE5870-1B91-22D9-3F42-9AE767A876F0}"/>
              </a:ext>
            </a:extLst>
          </p:cNvPr>
          <p:cNvSpPr/>
          <p:nvPr/>
        </p:nvSpPr>
        <p:spPr>
          <a:xfrm>
            <a:off x="3138770" y="965728"/>
            <a:ext cx="7676148" cy="794085"/>
          </a:xfrm>
          <a:prstGeom prst="rect">
            <a:avLst/>
          </a:prstGeom>
          <a:solidFill>
            <a:srgbClr val="AEAEAE">
              <a:alpha val="89020"/>
            </a:srgbClr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767052D-C163-8565-C044-DFF2E24FA69F}"/>
              </a:ext>
            </a:extLst>
          </p:cNvPr>
          <p:cNvSpPr/>
          <p:nvPr/>
        </p:nvSpPr>
        <p:spPr>
          <a:xfrm>
            <a:off x="3138769" y="1749858"/>
            <a:ext cx="1920033" cy="794085"/>
          </a:xfrm>
          <a:prstGeom prst="rect">
            <a:avLst/>
          </a:prstGeom>
          <a:solidFill>
            <a:srgbClr val="AEAEAE">
              <a:alpha val="89020"/>
            </a:srgbClr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190FD38-5EB5-12FC-8E57-B1AA9E3F807A}"/>
              </a:ext>
            </a:extLst>
          </p:cNvPr>
          <p:cNvSpPr/>
          <p:nvPr/>
        </p:nvSpPr>
        <p:spPr>
          <a:xfrm>
            <a:off x="3138769" y="3328074"/>
            <a:ext cx="1920033" cy="794085"/>
          </a:xfrm>
          <a:prstGeom prst="rect">
            <a:avLst/>
          </a:prstGeom>
          <a:solidFill>
            <a:srgbClr val="AEAEAE">
              <a:alpha val="89020"/>
            </a:srgbClr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06FB0A0-31E1-2963-4D4B-4320C7466B8D}"/>
              </a:ext>
            </a:extLst>
          </p:cNvPr>
          <p:cNvSpPr/>
          <p:nvPr/>
        </p:nvSpPr>
        <p:spPr>
          <a:xfrm>
            <a:off x="7133200" y="2533990"/>
            <a:ext cx="1708485" cy="794084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47896BF-F77A-27EF-6399-B44F48919EC4}"/>
              </a:ext>
            </a:extLst>
          </p:cNvPr>
          <p:cNvSpPr/>
          <p:nvPr/>
        </p:nvSpPr>
        <p:spPr>
          <a:xfrm>
            <a:off x="7057056" y="1759813"/>
            <a:ext cx="1920033" cy="794085"/>
          </a:xfrm>
          <a:prstGeom prst="rect">
            <a:avLst/>
          </a:prstGeom>
          <a:solidFill>
            <a:srgbClr val="AEAEAE">
              <a:alpha val="89020"/>
            </a:srgbClr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FA92B8D-95C7-21EA-7704-3DDB6269ACA9}"/>
              </a:ext>
            </a:extLst>
          </p:cNvPr>
          <p:cNvSpPr/>
          <p:nvPr/>
        </p:nvSpPr>
        <p:spPr>
          <a:xfrm>
            <a:off x="3113419" y="2553898"/>
            <a:ext cx="1920033" cy="794085"/>
          </a:xfrm>
          <a:prstGeom prst="rect">
            <a:avLst/>
          </a:prstGeom>
          <a:solidFill>
            <a:srgbClr val="AEAEAE">
              <a:alpha val="89020"/>
            </a:srgbClr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42236B3-3F33-AD01-FBEE-543106AA445B}"/>
              </a:ext>
            </a:extLst>
          </p:cNvPr>
          <p:cNvSpPr/>
          <p:nvPr/>
        </p:nvSpPr>
        <p:spPr>
          <a:xfrm>
            <a:off x="7084594" y="3429000"/>
            <a:ext cx="1920033" cy="794085"/>
          </a:xfrm>
          <a:prstGeom prst="rect">
            <a:avLst/>
          </a:prstGeom>
          <a:solidFill>
            <a:srgbClr val="AEAEAE">
              <a:alpha val="89020"/>
            </a:srgbClr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79007042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AB8B14D-1851-21A6-A6CA-6168CB3FE7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D76E2FF0-A89E-62D3-E9BB-8139F4C2A3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7ACEF7D-2487-4C7A-27F6-9DFF778005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0" cy="518714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6EF0B6D-5C40-BF82-3297-3BFD8BD902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6464" y="551961"/>
            <a:ext cx="10999072" cy="539995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B3316B54-AA36-01D0-3101-62D76FC452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9059" y="1534451"/>
            <a:ext cx="9144000" cy="238760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Hyperbole</a:t>
            </a:r>
            <a:br>
              <a:rPr lang="en-US" sz="5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br>
              <a:rPr lang="en-US" sz="5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sz="54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Approche</a:t>
            </a:r>
            <a:r>
              <a:rPr lang="en-US" sz="5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54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focale</a:t>
            </a:r>
            <a:endParaRPr lang="en-US" sz="54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cxnSp>
        <p:nvCxnSpPr>
          <p:cNvPr id="29" name="Straight Connector 23">
            <a:extLst>
              <a:ext uri="{FF2B5EF4-FFF2-40B4-BE49-F238E27FC236}">
                <a16:creationId xmlns:a16="http://schemas.microsoft.com/office/drawing/2014/main" id="{C7070B0A-F477-DB47-57DA-26919AA878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96464" y="6329769"/>
            <a:ext cx="11000232" cy="0"/>
          </a:xfrm>
          <a:prstGeom prst="line">
            <a:avLst/>
          </a:prstGeom>
          <a:ln w="1524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32696586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738D8E-F07E-91BC-6847-BCFC53EFFF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456772DE-049A-6534-46CD-16315CA435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727634"/>
            <a:ext cx="12192000" cy="3402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4070805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5A340A-9EB4-C7F7-633F-1F6E5AB8AA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CC4D7401-9F10-C55C-C3EF-C2764A94C5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59396"/>
            <a:ext cx="12192000" cy="5339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1954652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2E89CD-46C8-9DB1-D626-CAD67764DE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6B5EAC80-7545-C6C8-CDBC-406381C0E2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552" y="923545"/>
            <a:ext cx="7384942" cy="5158201"/>
          </a:xfrm>
          <a:prstGeom prst="rect">
            <a:avLst/>
          </a:prstGeom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D77328BA-2D99-9FDC-EF94-23E428C887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9920" y="59206"/>
            <a:ext cx="5889451" cy="2579150"/>
          </a:xfrm>
          <a:prstGeom prst="rect">
            <a:avLst/>
          </a:prstGeom>
        </p:spPr>
      </p:pic>
      <p:cxnSp>
        <p:nvCxnSpPr>
          <p:cNvPr id="5" name="Connecteur droit 4">
            <a:extLst>
              <a:ext uri="{FF2B5EF4-FFF2-40B4-BE49-F238E27FC236}">
                <a16:creationId xmlns:a16="http://schemas.microsoft.com/office/drawing/2014/main" id="{DDB7B84F-DDB4-D124-B308-57872441E5CF}"/>
              </a:ext>
            </a:extLst>
          </p:cNvPr>
          <p:cNvCxnSpPr>
            <a:cxnSpLocks/>
          </p:cNvCxnSpPr>
          <p:nvPr/>
        </p:nvCxnSpPr>
        <p:spPr>
          <a:xfrm>
            <a:off x="5021753" y="2820306"/>
            <a:ext cx="727783" cy="82961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Ellipse 5">
            <a:extLst>
              <a:ext uri="{FF2B5EF4-FFF2-40B4-BE49-F238E27FC236}">
                <a16:creationId xmlns:a16="http://schemas.microsoft.com/office/drawing/2014/main" id="{D9B18A32-E27F-E9D4-B798-1715576AE7D7}"/>
              </a:ext>
            </a:extLst>
          </p:cNvPr>
          <p:cNvSpPr/>
          <p:nvPr/>
        </p:nvSpPr>
        <p:spPr>
          <a:xfrm>
            <a:off x="4976484" y="2786818"/>
            <a:ext cx="77383" cy="81372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id="{9A789CFF-EA50-11D2-C3AA-F879AB5CD88D}"/>
              </a:ext>
            </a:extLst>
          </p:cNvPr>
          <p:cNvCxnSpPr>
            <a:cxnSpLocks/>
          </p:cNvCxnSpPr>
          <p:nvPr/>
        </p:nvCxnSpPr>
        <p:spPr>
          <a:xfrm>
            <a:off x="4433853" y="2820306"/>
            <a:ext cx="54263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89732454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1DA2F8-E6F2-65BA-757D-0ED1B58AE7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32555F58-083F-54B8-050E-4AC6D6A34C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552" y="923545"/>
            <a:ext cx="7384942" cy="5158201"/>
          </a:xfrm>
          <a:prstGeom prst="rect">
            <a:avLst/>
          </a:prstGeom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7D5D97EB-0031-3AD2-EA19-3296E7CAE5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9920" y="59206"/>
            <a:ext cx="5889451" cy="2579150"/>
          </a:xfrm>
          <a:prstGeom prst="rect">
            <a:avLst/>
          </a:prstGeom>
        </p:spPr>
      </p:pic>
      <p:cxnSp>
        <p:nvCxnSpPr>
          <p:cNvPr id="5" name="Connecteur droit 4">
            <a:extLst>
              <a:ext uri="{FF2B5EF4-FFF2-40B4-BE49-F238E27FC236}">
                <a16:creationId xmlns:a16="http://schemas.microsoft.com/office/drawing/2014/main" id="{93D2D25E-B3A3-6EA6-0945-156D214B235C}"/>
              </a:ext>
            </a:extLst>
          </p:cNvPr>
          <p:cNvCxnSpPr>
            <a:cxnSpLocks/>
            <a:stCxn id="6" idx="4"/>
          </p:cNvCxnSpPr>
          <p:nvPr/>
        </p:nvCxnSpPr>
        <p:spPr>
          <a:xfrm>
            <a:off x="5291470" y="2190613"/>
            <a:ext cx="458066" cy="145930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Ellipse 5">
            <a:extLst>
              <a:ext uri="{FF2B5EF4-FFF2-40B4-BE49-F238E27FC236}">
                <a16:creationId xmlns:a16="http://schemas.microsoft.com/office/drawing/2014/main" id="{6BF0B8C7-9EB6-3048-B956-E94277C9142A}"/>
              </a:ext>
            </a:extLst>
          </p:cNvPr>
          <p:cNvSpPr/>
          <p:nvPr/>
        </p:nvSpPr>
        <p:spPr>
          <a:xfrm>
            <a:off x="5252778" y="2109241"/>
            <a:ext cx="77383" cy="81372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id="{BF73EC83-54AF-AED0-A170-13602F758E63}"/>
              </a:ext>
            </a:extLst>
          </p:cNvPr>
          <p:cNvCxnSpPr>
            <a:cxnSpLocks/>
          </p:cNvCxnSpPr>
          <p:nvPr/>
        </p:nvCxnSpPr>
        <p:spPr>
          <a:xfrm>
            <a:off x="4433853" y="2149927"/>
            <a:ext cx="81892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09389311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7DCD89-17B5-A10D-2013-FFBB8E698A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755965B2-B3D1-0BB9-4F14-274350DEDD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552" y="923545"/>
            <a:ext cx="7384942" cy="5158201"/>
          </a:xfrm>
          <a:prstGeom prst="rect">
            <a:avLst/>
          </a:prstGeom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92A90B70-A0FD-B02A-A52C-45ED50DA0B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9920" y="59206"/>
            <a:ext cx="5889451" cy="2579150"/>
          </a:xfrm>
          <a:prstGeom prst="rect">
            <a:avLst/>
          </a:prstGeom>
        </p:spPr>
      </p:pic>
      <p:cxnSp>
        <p:nvCxnSpPr>
          <p:cNvPr id="5" name="Connecteur droit 4">
            <a:extLst>
              <a:ext uri="{FF2B5EF4-FFF2-40B4-BE49-F238E27FC236}">
                <a16:creationId xmlns:a16="http://schemas.microsoft.com/office/drawing/2014/main" id="{7BBF7506-0869-3389-C6F7-339703653482}"/>
              </a:ext>
            </a:extLst>
          </p:cNvPr>
          <p:cNvCxnSpPr>
            <a:cxnSpLocks/>
            <a:stCxn id="6" idx="4"/>
          </p:cNvCxnSpPr>
          <p:nvPr/>
        </p:nvCxnSpPr>
        <p:spPr>
          <a:xfrm>
            <a:off x="5595086" y="1605134"/>
            <a:ext cx="117729" cy="202615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Ellipse 5">
            <a:extLst>
              <a:ext uri="{FF2B5EF4-FFF2-40B4-BE49-F238E27FC236}">
                <a16:creationId xmlns:a16="http://schemas.microsoft.com/office/drawing/2014/main" id="{7774720B-9E31-62DB-C9DA-0F22BA7AC825}"/>
              </a:ext>
            </a:extLst>
          </p:cNvPr>
          <p:cNvSpPr/>
          <p:nvPr/>
        </p:nvSpPr>
        <p:spPr>
          <a:xfrm>
            <a:off x="5556394" y="1523762"/>
            <a:ext cx="77383" cy="81372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id="{36C5FEBF-F05E-A3C8-642A-C2DA50934B68}"/>
              </a:ext>
            </a:extLst>
          </p:cNvPr>
          <p:cNvCxnSpPr>
            <a:cxnSpLocks/>
          </p:cNvCxnSpPr>
          <p:nvPr/>
        </p:nvCxnSpPr>
        <p:spPr>
          <a:xfrm>
            <a:off x="4433853" y="1572244"/>
            <a:ext cx="112254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05554030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67E212-ED08-97DC-CF15-65541F72FA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8C1981A1-0F51-EDD8-4E26-1E8B1C571C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552" y="923545"/>
            <a:ext cx="7384942" cy="5158201"/>
          </a:xfrm>
          <a:prstGeom prst="rect">
            <a:avLst/>
          </a:prstGeom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F7984484-35D8-4E6B-9BC0-B3D8C04011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9920" y="59206"/>
            <a:ext cx="5889451" cy="2579150"/>
          </a:xfrm>
          <a:prstGeom prst="rect">
            <a:avLst/>
          </a:prstGeom>
        </p:spPr>
      </p:pic>
      <p:cxnSp>
        <p:nvCxnSpPr>
          <p:cNvPr id="5" name="Connecteur droit 4">
            <a:extLst>
              <a:ext uri="{FF2B5EF4-FFF2-40B4-BE49-F238E27FC236}">
                <a16:creationId xmlns:a16="http://schemas.microsoft.com/office/drawing/2014/main" id="{73FF1EA5-B202-4F7D-D494-6268B3597A47}"/>
              </a:ext>
            </a:extLst>
          </p:cNvPr>
          <p:cNvCxnSpPr>
            <a:cxnSpLocks/>
          </p:cNvCxnSpPr>
          <p:nvPr/>
        </p:nvCxnSpPr>
        <p:spPr>
          <a:xfrm>
            <a:off x="2823784" y="3351483"/>
            <a:ext cx="2912596" cy="27322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Ellipse 5">
            <a:extLst>
              <a:ext uri="{FF2B5EF4-FFF2-40B4-BE49-F238E27FC236}">
                <a16:creationId xmlns:a16="http://schemas.microsoft.com/office/drawing/2014/main" id="{986A4327-B398-202C-7E80-A9B3C061C886}"/>
              </a:ext>
            </a:extLst>
          </p:cNvPr>
          <p:cNvSpPr/>
          <p:nvPr/>
        </p:nvSpPr>
        <p:spPr>
          <a:xfrm>
            <a:off x="2746401" y="3288130"/>
            <a:ext cx="77383" cy="81372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id="{3E006CB3-FCAB-AAC5-4F52-28D1FD757772}"/>
              </a:ext>
            </a:extLst>
          </p:cNvPr>
          <p:cNvCxnSpPr>
            <a:cxnSpLocks/>
          </p:cNvCxnSpPr>
          <p:nvPr/>
        </p:nvCxnSpPr>
        <p:spPr>
          <a:xfrm>
            <a:off x="2812452" y="3319806"/>
            <a:ext cx="103592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4831635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EE481B-A6BA-9666-0169-2DCE053C29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3256A192-25B9-EAF7-8E7B-CCEF6D3B0D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552" y="923545"/>
            <a:ext cx="7384942" cy="5158201"/>
          </a:xfrm>
          <a:prstGeom prst="rect">
            <a:avLst/>
          </a:prstGeom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A04FA964-1DEE-2913-5ADC-AE0CF5B436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9920" y="59206"/>
            <a:ext cx="5889451" cy="2579150"/>
          </a:xfrm>
          <a:prstGeom prst="rect">
            <a:avLst/>
          </a:prstGeom>
        </p:spPr>
      </p:pic>
      <p:cxnSp>
        <p:nvCxnSpPr>
          <p:cNvPr id="5" name="Connecteur droit 4">
            <a:extLst>
              <a:ext uri="{FF2B5EF4-FFF2-40B4-BE49-F238E27FC236}">
                <a16:creationId xmlns:a16="http://schemas.microsoft.com/office/drawing/2014/main" id="{C144B249-A96B-8FA1-110A-E9C589EE5156}"/>
              </a:ext>
            </a:extLst>
          </p:cNvPr>
          <p:cNvCxnSpPr>
            <a:cxnSpLocks/>
            <a:stCxn id="6" idx="5"/>
          </p:cNvCxnSpPr>
          <p:nvPr/>
        </p:nvCxnSpPr>
        <p:spPr>
          <a:xfrm>
            <a:off x="2595364" y="2533931"/>
            <a:ext cx="3154172" cy="111598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Ellipse 5">
            <a:extLst>
              <a:ext uri="{FF2B5EF4-FFF2-40B4-BE49-F238E27FC236}">
                <a16:creationId xmlns:a16="http://schemas.microsoft.com/office/drawing/2014/main" id="{6CA51FAE-AA3A-C836-7B32-8B6A44E17C80}"/>
              </a:ext>
            </a:extLst>
          </p:cNvPr>
          <p:cNvSpPr/>
          <p:nvPr/>
        </p:nvSpPr>
        <p:spPr>
          <a:xfrm>
            <a:off x="2529313" y="2464476"/>
            <a:ext cx="77383" cy="81372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id="{10620CB3-CBA6-69AE-963F-D1F5D2441126}"/>
              </a:ext>
            </a:extLst>
          </p:cNvPr>
          <p:cNvCxnSpPr>
            <a:cxnSpLocks/>
          </p:cNvCxnSpPr>
          <p:nvPr/>
        </p:nvCxnSpPr>
        <p:spPr>
          <a:xfrm>
            <a:off x="2606696" y="2505162"/>
            <a:ext cx="124487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9648049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85912A-FAE5-C4EA-8BBA-759DBE7DD5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23423867-3C14-D83C-C8C6-8F9726F1D7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552" y="923545"/>
            <a:ext cx="7384942" cy="5158201"/>
          </a:xfrm>
          <a:prstGeom prst="rect">
            <a:avLst/>
          </a:prstGeom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DF3D8384-5098-CA7E-5AF8-ACCD39E932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9920" y="59206"/>
            <a:ext cx="5889451" cy="2579150"/>
          </a:xfrm>
          <a:prstGeom prst="rect">
            <a:avLst/>
          </a:prstGeom>
        </p:spPr>
      </p:pic>
      <p:cxnSp>
        <p:nvCxnSpPr>
          <p:cNvPr id="5" name="Connecteur droit 4">
            <a:extLst>
              <a:ext uri="{FF2B5EF4-FFF2-40B4-BE49-F238E27FC236}">
                <a16:creationId xmlns:a16="http://schemas.microsoft.com/office/drawing/2014/main" id="{F1969014-510C-4754-3055-BBBBA1E9EC70}"/>
              </a:ext>
            </a:extLst>
          </p:cNvPr>
          <p:cNvCxnSpPr>
            <a:cxnSpLocks/>
            <a:stCxn id="6" idx="5"/>
          </p:cNvCxnSpPr>
          <p:nvPr/>
        </p:nvCxnSpPr>
        <p:spPr>
          <a:xfrm>
            <a:off x="2240129" y="1757678"/>
            <a:ext cx="3496251" cy="187360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Ellipse 5">
            <a:extLst>
              <a:ext uri="{FF2B5EF4-FFF2-40B4-BE49-F238E27FC236}">
                <a16:creationId xmlns:a16="http://schemas.microsoft.com/office/drawing/2014/main" id="{61E02012-2AFF-69F4-5288-CACEFE192C96}"/>
              </a:ext>
            </a:extLst>
          </p:cNvPr>
          <p:cNvSpPr/>
          <p:nvPr/>
        </p:nvSpPr>
        <p:spPr>
          <a:xfrm>
            <a:off x="2174078" y="1688223"/>
            <a:ext cx="77383" cy="81372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id="{773ED3C5-4F77-0C90-CF2B-FDD1601653FE}"/>
              </a:ext>
            </a:extLst>
          </p:cNvPr>
          <p:cNvCxnSpPr>
            <a:cxnSpLocks/>
          </p:cNvCxnSpPr>
          <p:nvPr/>
        </p:nvCxnSpPr>
        <p:spPr>
          <a:xfrm>
            <a:off x="2240129" y="1726476"/>
            <a:ext cx="160166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99548716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C3A0E9-D9D6-ADC0-66FE-53E966D3CD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EA92BCD8-842F-017D-75BE-7F0D8BBF4B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69" y="0"/>
            <a:ext cx="1205886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0211411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1BC8F0-A554-9329-185C-396E6EB837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AC21761F-5643-CD3C-4EC6-DF52A0DD67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rot="5400000">
            <a:off x="2618395" y="-1604724"/>
            <a:ext cx="6858000" cy="1006744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EB7F5BA-F50D-A13B-3DEF-B6ACB2C907C4}"/>
              </a:ext>
            </a:extLst>
          </p:cNvPr>
          <p:cNvSpPr/>
          <p:nvPr/>
        </p:nvSpPr>
        <p:spPr>
          <a:xfrm>
            <a:off x="3138770" y="965728"/>
            <a:ext cx="7676148" cy="794085"/>
          </a:xfrm>
          <a:prstGeom prst="rect">
            <a:avLst/>
          </a:prstGeom>
          <a:solidFill>
            <a:srgbClr val="AEAEAE">
              <a:alpha val="89020"/>
            </a:srgbClr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8B67B1A-1B25-D48C-098A-BCACC3C90529}"/>
              </a:ext>
            </a:extLst>
          </p:cNvPr>
          <p:cNvSpPr/>
          <p:nvPr/>
        </p:nvSpPr>
        <p:spPr>
          <a:xfrm>
            <a:off x="3138769" y="1749858"/>
            <a:ext cx="1920033" cy="794085"/>
          </a:xfrm>
          <a:prstGeom prst="rect">
            <a:avLst/>
          </a:prstGeom>
          <a:solidFill>
            <a:srgbClr val="AEAEAE">
              <a:alpha val="89020"/>
            </a:srgbClr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6927B62-E33A-A442-BD64-EEC47CE48828}"/>
              </a:ext>
            </a:extLst>
          </p:cNvPr>
          <p:cNvSpPr/>
          <p:nvPr/>
        </p:nvSpPr>
        <p:spPr>
          <a:xfrm>
            <a:off x="3138769" y="3328074"/>
            <a:ext cx="1920033" cy="794085"/>
          </a:xfrm>
          <a:prstGeom prst="rect">
            <a:avLst/>
          </a:prstGeom>
          <a:solidFill>
            <a:srgbClr val="AEAEAE">
              <a:alpha val="89020"/>
            </a:srgbClr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2992E6B-C26C-E64B-5EA2-2FF72F016616}"/>
              </a:ext>
            </a:extLst>
          </p:cNvPr>
          <p:cNvSpPr/>
          <p:nvPr/>
        </p:nvSpPr>
        <p:spPr>
          <a:xfrm>
            <a:off x="5196089" y="2553899"/>
            <a:ext cx="1708485" cy="794084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385FA80-34D6-21B9-D39E-8DC029BF58B4}"/>
              </a:ext>
            </a:extLst>
          </p:cNvPr>
          <p:cNvSpPr/>
          <p:nvPr/>
        </p:nvSpPr>
        <p:spPr>
          <a:xfrm>
            <a:off x="7057056" y="1759813"/>
            <a:ext cx="1920033" cy="794085"/>
          </a:xfrm>
          <a:prstGeom prst="rect">
            <a:avLst/>
          </a:prstGeom>
          <a:solidFill>
            <a:srgbClr val="AEAEAE">
              <a:alpha val="89020"/>
            </a:srgbClr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1B80E53-6591-548A-8BA2-3B3C7A72141B}"/>
              </a:ext>
            </a:extLst>
          </p:cNvPr>
          <p:cNvSpPr/>
          <p:nvPr/>
        </p:nvSpPr>
        <p:spPr>
          <a:xfrm>
            <a:off x="3113419" y="2553898"/>
            <a:ext cx="1920033" cy="794085"/>
          </a:xfrm>
          <a:prstGeom prst="rect">
            <a:avLst/>
          </a:prstGeom>
          <a:solidFill>
            <a:srgbClr val="AEAEAE">
              <a:alpha val="89020"/>
            </a:srgbClr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5051A81-4C6E-3F60-1E85-6774B8C76354}"/>
              </a:ext>
            </a:extLst>
          </p:cNvPr>
          <p:cNvSpPr/>
          <p:nvPr/>
        </p:nvSpPr>
        <p:spPr>
          <a:xfrm>
            <a:off x="7084594" y="3429000"/>
            <a:ext cx="1920033" cy="794085"/>
          </a:xfrm>
          <a:prstGeom prst="rect">
            <a:avLst/>
          </a:prstGeom>
          <a:solidFill>
            <a:srgbClr val="AEAEAE">
              <a:alpha val="89020"/>
            </a:srgbClr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499D174-8250-38DB-7DAA-3F6D3CC2EF31}"/>
              </a:ext>
            </a:extLst>
          </p:cNvPr>
          <p:cNvSpPr/>
          <p:nvPr/>
        </p:nvSpPr>
        <p:spPr>
          <a:xfrm>
            <a:off x="7041861" y="2533989"/>
            <a:ext cx="1920033" cy="794085"/>
          </a:xfrm>
          <a:prstGeom prst="rect">
            <a:avLst/>
          </a:prstGeom>
          <a:solidFill>
            <a:srgbClr val="AEAEAE">
              <a:alpha val="89020"/>
            </a:srgbClr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73069569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8FF14F1-2797-1116-312A-3E0E0F45D7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48F77AF0-8EE3-FC80-A8DE-32D20A303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210E593-675C-4A79-414C-5D6DAED9B2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0" cy="518714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7EAFC93-DCFA-0235-9848-5C746F2724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6464" y="551961"/>
            <a:ext cx="10999072" cy="539995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77ABBB11-826C-C831-0F30-7AB147CCDF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9059" y="1534451"/>
            <a:ext cx="9144000" cy="238760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4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Parabole</a:t>
            </a:r>
            <a:br>
              <a:rPr lang="en-US" sz="5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br>
              <a:rPr lang="en-US" sz="5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sz="54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Approche</a:t>
            </a:r>
            <a:r>
              <a:rPr lang="en-US" sz="5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54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focale</a:t>
            </a:r>
            <a:endParaRPr lang="en-US" sz="54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cxnSp>
        <p:nvCxnSpPr>
          <p:cNvPr id="29" name="Straight Connector 23">
            <a:extLst>
              <a:ext uri="{FF2B5EF4-FFF2-40B4-BE49-F238E27FC236}">
                <a16:creationId xmlns:a16="http://schemas.microsoft.com/office/drawing/2014/main" id="{C188CCE6-E67E-14F4-5D45-0060D0B23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96464" y="6329769"/>
            <a:ext cx="11000232" cy="0"/>
          </a:xfrm>
          <a:prstGeom prst="line">
            <a:avLst/>
          </a:prstGeom>
          <a:ln w="1524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22910364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3F33E9-8C4E-83A1-9B65-EAA65A42C4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4D4E376A-84E9-ECE7-D9D1-E25F40C24A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37559"/>
            <a:ext cx="12192000" cy="4782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2383268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3360B9-5752-3CFF-82F1-FEF13C6810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1FB0EF43-85E3-E82C-76CA-9D4FF7EC41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3879" y="0"/>
            <a:ext cx="778424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1646695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46A569-1BE1-2E6E-B14A-97D915DC0E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C6605E19-ADE7-8B97-050B-B416CA1F1D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3879" y="0"/>
            <a:ext cx="7784242" cy="6858000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AC666479-04FB-2345-6BDF-30E48712931E}"/>
              </a:ext>
            </a:extLst>
          </p:cNvPr>
          <p:cNvSpPr txBox="1"/>
          <p:nvPr/>
        </p:nvSpPr>
        <p:spPr>
          <a:xfrm>
            <a:off x="532852" y="539430"/>
            <a:ext cx="12301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dirty="0"/>
              <a:t>p = 8</a:t>
            </a:r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15B8815B-4BF8-4078-77DF-C88363DE5105}"/>
              </a:ext>
            </a:extLst>
          </p:cNvPr>
          <p:cNvCxnSpPr>
            <a:cxnSpLocks/>
          </p:cNvCxnSpPr>
          <p:nvPr/>
        </p:nvCxnSpPr>
        <p:spPr>
          <a:xfrm>
            <a:off x="5461730" y="3530178"/>
            <a:ext cx="785944" cy="124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Ellipse 4">
            <a:extLst>
              <a:ext uri="{FF2B5EF4-FFF2-40B4-BE49-F238E27FC236}">
                <a16:creationId xmlns:a16="http://schemas.microsoft.com/office/drawing/2014/main" id="{409488A9-40EF-F0EF-021B-6A29BBFEA879}"/>
              </a:ext>
            </a:extLst>
          </p:cNvPr>
          <p:cNvSpPr/>
          <p:nvPr/>
        </p:nvSpPr>
        <p:spPr>
          <a:xfrm>
            <a:off x="5410659" y="3497288"/>
            <a:ext cx="77383" cy="81372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CDDB0F3F-2C8E-684B-908B-5E26B0DAAD13}"/>
              </a:ext>
            </a:extLst>
          </p:cNvPr>
          <p:cNvCxnSpPr>
            <a:cxnSpLocks/>
          </p:cNvCxnSpPr>
          <p:nvPr/>
        </p:nvCxnSpPr>
        <p:spPr>
          <a:xfrm>
            <a:off x="4618137" y="3531396"/>
            <a:ext cx="785944" cy="124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5339407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D41316-AF8D-8758-023D-54F5DC363D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4990C80E-4862-780C-E80C-AC2F90F360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3879" y="0"/>
            <a:ext cx="7784242" cy="6858000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8720BC66-27B4-46C3-673B-2F7C9D769A05}"/>
              </a:ext>
            </a:extLst>
          </p:cNvPr>
          <p:cNvSpPr txBox="1"/>
          <p:nvPr/>
        </p:nvSpPr>
        <p:spPr>
          <a:xfrm>
            <a:off x="532852" y="539430"/>
            <a:ext cx="12301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dirty="0"/>
              <a:t>p = 8</a:t>
            </a:r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716DA09C-D325-5E2D-69F1-187E428E5737}"/>
              </a:ext>
            </a:extLst>
          </p:cNvPr>
          <p:cNvCxnSpPr>
            <a:cxnSpLocks/>
            <a:stCxn id="5" idx="5"/>
          </p:cNvCxnSpPr>
          <p:nvPr/>
        </p:nvCxnSpPr>
        <p:spPr>
          <a:xfrm>
            <a:off x="5660906" y="2737862"/>
            <a:ext cx="586768" cy="79355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Ellipse 4">
            <a:extLst>
              <a:ext uri="{FF2B5EF4-FFF2-40B4-BE49-F238E27FC236}">
                <a16:creationId xmlns:a16="http://schemas.microsoft.com/office/drawing/2014/main" id="{461FA280-84FA-700B-0952-FA4C2EE79D91}"/>
              </a:ext>
            </a:extLst>
          </p:cNvPr>
          <p:cNvSpPr/>
          <p:nvPr/>
        </p:nvSpPr>
        <p:spPr>
          <a:xfrm>
            <a:off x="5594855" y="2668407"/>
            <a:ext cx="77383" cy="81372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EC0A4BD3-25E6-79BC-80BB-506ACF1A0B67}"/>
              </a:ext>
            </a:extLst>
          </p:cNvPr>
          <p:cNvCxnSpPr>
            <a:cxnSpLocks/>
            <a:endCxn id="5" idx="2"/>
          </p:cNvCxnSpPr>
          <p:nvPr/>
        </p:nvCxnSpPr>
        <p:spPr>
          <a:xfrm>
            <a:off x="4626447" y="2706639"/>
            <a:ext cx="968408" cy="245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Ellipse 7">
            <a:extLst>
              <a:ext uri="{FF2B5EF4-FFF2-40B4-BE49-F238E27FC236}">
                <a16:creationId xmlns:a16="http://schemas.microsoft.com/office/drawing/2014/main" id="{3B5AC667-4107-2C96-82DE-6BB68EC1D3D4}"/>
              </a:ext>
            </a:extLst>
          </p:cNvPr>
          <p:cNvSpPr/>
          <p:nvPr/>
        </p:nvSpPr>
        <p:spPr>
          <a:xfrm>
            <a:off x="5410659" y="3497288"/>
            <a:ext cx="77383" cy="81372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grpSp>
        <p:nvGrpSpPr>
          <p:cNvPr id="13" name="Groupe 12">
            <a:extLst>
              <a:ext uri="{FF2B5EF4-FFF2-40B4-BE49-F238E27FC236}">
                <a16:creationId xmlns:a16="http://schemas.microsoft.com/office/drawing/2014/main" id="{4D5FA7B3-5464-5416-5896-351B7B7F0B5D}"/>
              </a:ext>
            </a:extLst>
          </p:cNvPr>
          <p:cNvGrpSpPr/>
          <p:nvPr/>
        </p:nvGrpSpPr>
        <p:grpSpPr>
          <a:xfrm>
            <a:off x="4640623" y="3536132"/>
            <a:ext cx="1621227" cy="863011"/>
            <a:chOff x="4778847" y="2820807"/>
            <a:chExt cx="1621227" cy="863011"/>
          </a:xfrm>
          <a:scene3d>
            <a:camera prst="orthographicFront">
              <a:rot lat="10800000" lon="0" rev="0"/>
            </a:camera>
            <a:lightRig rig="threePt" dir="t"/>
          </a:scene3d>
        </p:grpSpPr>
        <p:cxnSp>
          <p:nvCxnSpPr>
            <p:cNvPr id="10" name="Connecteur droit 9">
              <a:extLst>
                <a:ext uri="{FF2B5EF4-FFF2-40B4-BE49-F238E27FC236}">
                  <a16:creationId xmlns:a16="http://schemas.microsoft.com/office/drawing/2014/main" id="{50044E7D-538C-762E-E582-6D9431828345}"/>
                </a:ext>
              </a:extLst>
            </p:cNvPr>
            <p:cNvCxnSpPr>
              <a:cxnSpLocks/>
              <a:stCxn id="11" idx="5"/>
            </p:cNvCxnSpPr>
            <p:nvPr/>
          </p:nvCxnSpPr>
          <p:spPr>
            <a:xfrm>
              <a:off x="5813306" y="2890262"/>
              <a:ext cx="586768" cy="79355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Ellipse 10">
              <a:extLst>
                <a:ext uri="{FF2B5EF4-FFF2-40B4-BE49-F238E27FC236}">
                  <a16:creationId xmlns:a16="http://schemas.microsoft.com/office/drawing/2014/main" id="{662C5275-D6DA-42D2-D4E7-36C094FFC3F6}"/>
                </a:ext>
              </a:extLst>
            </p:cNvPr>
            <p:cNvSpPr/>
            <p:nvPr/>
          </p:nvSpPr>
          <p:spPr>
            <a:xfrm>
              <a:off x="5747255" y="2820807"/>
              <a:ext cx="77383" cy="81372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BE"/>
            </a:p>
          </p:txBody>
        </p:sp>
        <p:cxnSp>
          <p:nvCxnSpPr>
            <p:cNvPr id="12" name="Connecteur droit 11">
              <a:extLst>
                <a:ext uri="{FF2B5EF4-FFF2-40B4-BE49-F238E27FC236}">
                  <a16:creationId xmlns:a16="http://schemas.microsoft.com/office/drawing/2014/main" id="{302A7108-DA90-78D2-D50D-999836864F53}"/>
                </a:ext>
              </a:extLst>
            </p:cNvPr>
            <p:cNvCxnSpPr>
              <a:cxnSpLocks/>
              <a:endCxn id="11" idx="2"/>
            </p:cNvCxnSpPr>
            <p:nvPr/>
          </p:nvCxnSpPr>
          <p:spPr>
            <a:xfrm>
              <a:off x="4778847" y="2859039"/>
              <a:ext cx="968408" cy="245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542733191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674C21-475C-335D-CFFD-659086E100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95AFFCDD-62E3-CF47-B21B-EF12783CAE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3879" y="0"/>
            <a:ext cx="7784242" cy="6858000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0C2F62CC-A22E-6C88-CDCF-3A089AE18F0D}"/>
              </a:ext>
            </a:extLst>
          </p:cNvPr>
          <p:cNvSpPr txBox="1"/>
          <p:nvPr/>
        </p:nvSpPr>
        <p:spPr>
          <a:xfrm>
            <a:off x="532852" y="539430"/>
            <a:ext cx="12301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dirty="0"/>
              <a:t>p = 8</a:t>
            </a:r>
          </a:p>
        </p:txBody>
      </p:sp>
      <p:sp>
        <p:nvSpPr>
          <p:cNvPr id="5" name="Ellipse 4">
            <a:extLst>
              <a:ext uri="{FF2B5EF4-FFF2-40B4-BE49-F238E27FC236}">
                <a16:creationId xmlns:a16="http://schemas.microsoft.com/office/drawing/2014/main" id="{8D636F8D-2E99-C835-790F-D090C2D97025}"/>
              </a:ext>
            </a:extLst>
          </p:cNvPr>
          <p:cNvSpPr/>
          <p:nvPr/>
        </p:nvSpPr>
        <p:spPr>
          <a:xfrm>
            <a:off x="5594855" y="2668407"/>
            <a:ext cx="77383" cy="81372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541C2329-F60C-EE54-5527-85982E3A34FE}"/>
              </a:ext>
            </a:extLst>
          </p:cNvPr>
          <p:cNvSpPr/>
          <p:nvPr/>
        </p:nvSpPr>
        <p:spPr>
          <a:xfrm>
            <a:off x="5410659" y="3497288"/>
            <a:ext cx="77383" cy="81372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4152F74F-1DA5-412C-AF22-5C6A638D7EE8}"/>
              </a:ext>
            </a:extLst>
          </p:cNvPr>
          <p:cNvSpPr/>
          <p:nvPr/>
        </p:nvSpPr>
        <p:spPr>
          <a:xfrm>
            <a:off x="5811050" y="2317533"/>
            <a:ext cx="77383" cy="81372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3CF173F7-0389-81A8-D923-4CEF81A28B05}"/>
              </a:ext>
            </a:extLst>
          </p:cNvPr>
          <p:cNvSpPr/>
          <p:nvPr/>
        </p:nvSpPr>
        <p:spPr>
          <a:xfrm>
            <a:off x="5811050" y="4635066"/>
            <a:ext cx="77383" cy="81372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7F1F6939-D79E-347E-B2E6-7166CAF415D2}"/>
              </a:ext>
            </a:extLst>
          </p:cNvPr>
          <p:cNvSpPr/>
          <p:nvPr/>
        </p:nvSpPr>
        <p:spPr>
          <a:xfrm>
            <a:off x="5594855" y="4287642"/>
            <a:ext cx="77383" cy="81372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500866640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097500-E5DC-3133-DA7B-38FE7EE2D3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27339524-5F8F-22B2-82FA-E25D39E439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3879" y="0"/>
            <a:ext cx="7784242" cy="6858000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DCE7BB33-1F95-9413-AE80-91DB6519A9B2}"/>
              </a:ext>
            </a:extLst>
          </p:cNvPr>
          <p:cNvSpPr txBox="1"/>
          <p:nvPr/>
        </p:nvSpPr>
        <p:spPr>
          <a:xfrm>
            <a:off x="532852" y="539430"/>
            <a:ext cx="12301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dirty="0"/>
              <a:t>p = 8</a:t>
            </a:r>
          </a:p>
        </p:txBody>
      </p:sp>
      <p:sp>
        <p:nvSpPr>
          <p:cNvPr id="5" name="Ellipse 4">
            <a:extLst>
              <a:ext uri="{FF2B5EF4-FFF2-40B4-BE49-F238E27FC236}">
                <a16:creationId xmlns:a16="http://schemas.microsoft.com/office/drawing/2014/main" id="{5820FD81-8394-FA39-F554-CE48422612C4}"/>
              </a:ext>
            </a:extLst>
          </p:cNvPr>
          <p:cNvSpPr/>
          <p:nvPr/>
        </p:nvSpPr>
        <p:spPr>
          <a:xfrm>
            <a:off x="5594855" y="2668407"/>
            <a:ext cx="77383" cy="81372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E33FC4B1-22B2-6CA6-2699-477485EE9A7B}"/>
              </a:ext>
            </a:extLst>
          </p:cNvPr>
          <p:cNvSpPr/>
          <p:nvPr/>
        </p:nvSpPr>
        <p:spPr>
          <a:xfrm>
            <a:off x="5410659" y="3497288"/>
            <a:ext cx="77383" cy="81372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9F8D1B6A-0829-7F8C-9D20-A1BFE3B14273}"/>
              </a:ext>
            </a:extLst>
          </p:cNvPr>
          <p:cNvSpPr/>
          <p:nvPr/>
        </p:nvSpPr>
        <p:spPr>
          <a:xfrm>
            <a:off x="6018617" y="2048175"/>
            <a:ext cx="77383" cy="81372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CA0A46E0-BC1E-C21E-79A7-A8AA0A2C5DF8}"/>
              </a:ext>
            </a:extLst>
          </p:cNvPr>
          <p:cNvSpPr/>
          <p:nvPr/>
        </p:nvSpPr>
        <p:spPr>
          <a:xfrm>
            <a:off x="6018616" y="4911512"/>
            <a:ext cx="77383" cy="81372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8FC90804-2A61-C750-5584-9321223A2973}"/>
              </a:ext>
            </a:extLst>
          </p:cNvPr>
          <p:cNvSpPr/>
          <p:nvPr/>
        </p:nvSpPr>
        <p:spPr>
          <a:xfrm>
            <a:off x="5594855" y="4287642"/>
            <a:ext cx="77383" cy="81372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4" name="Ellipse 3">
            <a:extLst>
              <a:ext uri="{FF2B5EF4-FFF2-40B4-BE49-F238E27FC236}">
                <a16:creationId xmlns:a16="http://schemas.microsoft.com/office/drawing/2014/main" id="{95D1496A-F751-F6B7-22E4-FF8536AEA1EC}"/>
              </a:ext>
            </a:extLst>
          </p:cNvPr>
          <p:cNvSpPr/>
          <p:nvPr/>
        </p:nvSpPr>
        <p:spPr>
          <a:xfrm>
            <a:off x="5803962" y="4638516"/>
            <a:ext cx="77383" cy="81372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4FE400C8-FD7B-9081-5C82-7590A439C603}"/>
              </a:ext>
            </a:extLst>
          </p:cNvPr>
          <p:cNvSpPr/>
          <p:nvPr/>
        </p:nvSpPr>
        <p:spPr>
          <a:xfrm>
            <a:off x="5803961" y="2331710"/>
            <a:ext cx="77383" cy="81372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437865147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562BE2-66F8-DDB3-33FE-94D1EA33F4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05ACF949-2BED-D4C1-AAEC-09BE941674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3879" y="0"/>
            <a:ext cx="7784242" cy="6858000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5633428B-4E64-CB8A-456C-982CB34593B7}"/>
              </a:ext>
            </a:extLst>
          </p:cNvPr>
          <p:cNvSpPr txBox="1"/>
          <p:nvPr/>
        </p:nvSpPr>
        <p:spPr>
          <a:xfrm>
            <a:off x="532852" y="539430"/>
            <a:ext cx="12301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dirty="0"/>
              <a:t>p = 8</a:t>
            </a:r>
          </a:p>
        </p:txBody>
      </p:sp>
      <p:sp>
        <p:nvSpPr>
          <p:cNvPr id="5" name="Ellipse 4">
            <a:extLst>
              <a:ext uri="{FF2B5EF4-FFF2-40B4-BE49-F238E27FC236}">
                <a16:creationId xmlns:a16="http://schemas.microsoft.com/office/drawing/2014/main" id="{213F3FCA-A4AE-A1DA-4D01-2E3BB438B41E}"/>
              </a:ext>
            </a:extLst>
          </p:cNvPr>
          <p:cNvSpPr/>
          <p:nvPr/>
        </p:nvSpPr>
        <p:spPr>
          <a:xfrm>
            <a:off x="5594855" y="2668407"/>
            <a:ext cx="77383" cy="81372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49F7536C-83CD-C739-5A3A-E5DEC9D29BB3}"/>
              </a:ext>
            </a:extLst>
          </p:cNvPr>
          <p:cNvSpPr/>
          <p:nvPr/>
        </p:nvSpPr>
        <p:spPr>
          <a:xfrm>
            <a:off x="5410659" y="3497288"/>
            <a:ext cx="77383" cy="81372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0CCE5E35-6521-E529-558F-FBB931648104}"/>
              </a:ext>
            </a:extLst>
          </p:cNvPr>
          <p:cNvSpPr/>
          <p:nvPr/>
        </p:nvSpPr>
        <p:spPr>
          <a:xfrm>
            <a:off x="6210003" y="1856789"/>
            <a:ext cx="77383" cy="81372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88206A76-87B7-11FE-9762-E9437B28C09A}"/>
              </a:ext>
            </a:extLst>
          </p:cNvPr>
          <p:cNvSpPr/>
          <p:nvPr/>
        </p:nvSpPr>
        <p:spPr>
          <a:xfrm>
            <a:off x="6210002" y="5124163"/>
            <a:ext cx="77383" cy="81372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4E7119DD-300B-6A70-D9C9-A31D389DDF1B}"/>
              </a:ext>
            </a:extLst>
          </p:cNvPr>
          <p:cNvSpPr/>
          <p:nvPr/>
        </p:nvSpPr>
        <p:spPr>
          <a:xfrm>
            <a:off x="5594855" y="4287642"/>
            <a:ext cx="77383" cy="81372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4" name="Ellipse 3">
            <a:extLst>
              <a:ext uri="{FF2B5EF4-FFF2-40B4-BE49-F238E27FC236}">
                <a16:creationId xmlns:a16="http://schemas.microsoft.com/office/drawing/2014/main" id="{E1E73528-2F0C-BB19-1D96-F665F9E42501}"/>
              </a:ext>
            </a:extLst>
          </p:cNvPr>
          <p:cNvSpPr/>
          <p:nvPr/>
        </p:nvSpPr>
        <p:spPr>
          <a:xfrm>
            <a:off x="5803962" y="4638516"/>
            <a:ext cx="77383" cy="81372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5CD69459-F820-FEB9-1A84-FB7A08B56928}"/>
              </a:ext>
            </a:extLst>
          </p:cNvPr>
          <p:cNvSpPr/>
          <p:nvPr/>
        </p:nvSpPr>
        <p:spPr>
          <a:xfrm>
            <a:off x="5803961" y="2331710"/>
            <a:ext cx="77383" cy="81372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A9078754-7281-C5C6-811C-3227B16966F1}"/>
              </a:ext>
            </a:extLst>
          </p:cNvPr>
          <p:cNvSpPr/>
          <p:nvPr/>
        </p:nvSpPr>
        <p:spPr>
          <a:xfrm>
            <a:off x="6018617" y="4890153"/>
            <a:ext cx="77383" cy="81372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C13CBC34-B58E-1580-C7D3-7E971A4BAAE6}"/>
              </a:ext>
            </a:extLst>
          </p:cNvPr>
          <p:cNvSpPr/>
          <p:nvPr/>
        </p:nvSpPr>
        <p:spPr>
          <a:xfrm>
            <a:off x="6018617" y="2065896"/>
            <a:ext cx="77383" cy="81372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4021403454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3FB5D0-C9D9-7A55-4F70-CC00986A9A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DEF74E7C-8013-5E65-D2F1-E838E63AE7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3879" y="0"/>
            <a:ext cx="7784242" cy="6858000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C2035CF6-DFE4-62E2-328D-70D1523548BB}"/>
              </a:ext>
            </a:extLst>
          </p:cNvPr>
          <p:cNvSpPr txBox="1"/>
          <p:nvPr/>
        </p:nvSpPr>
        <p:spPr>
          <a:xfrm>
            <a:off x="532852" y="539430"/>
            <a:ext cx="12301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dirty="0"/>
              <a:t>p = 8</a:t>
            </a:r>
          </a:p>
        </p:txBody>
      </p:sp>
      <p:sp>
        <p:nvSpPr>
          <p:cNvPr id="5" name="Ellipse 4">
            <a:extLst>
              <a:ext uri="{FF2B5EF4-FFF2-40B4-BE49-F238E27FC236}">
                <a16:creationId xmlns:a16="http://schemas.microsoft.com/office/drawing/2014/main" id="{3EE72D14-8065-9242-1A8F-868B096FFFC7}"/>
              </a:ext>
            </a:extLst>
          </p:cNvPr>
          <p:cNvSpPr/>
          <p:nvPr/>
        </p:nvSpPr>
        <p:spPr>
          <a:xfrm>
            <a:off x="5594855" y="2668407"/>
            <a:ext cx="77383" cy="81372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F150052E-82D6-D80A-7008-983C75FE3736}"/>
              </a:ext>
            </a:extLst>
          </p:cNvPr>
          <p:cNvSpPr/>
          <p:nvPr/>
        </p:nvSpPr>
        <p:spPr>
          <a:xfrm>
            <a:off x="5410659" y="3497288"/>
            <a:ext cx="77383" cy="81372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52979EEF-8F06-4F5B-41A8-0AD40E2FC118}"/>
              </a:ext>
            </a:extLst>
          </p:cNvPr>
          <p:cNvSpPr/>
          <p:nvPr/>
        </p:nvSpPr>
        <p:spPr>
          <a:xfrm>
            <a:off x="5594855" y="4287642"/>
            <a:ext cx="77383" cy="81372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4" name="Ellipse 3">
            <a:extLst>
              <a:ext uri="{FF2B5EF4-FFF2-40B4-BE49-F238E27FC236}">
                <a16:creationId xmlns:a16="http://schemas.microsoft.com/office/drawing/2014/main" id="{F599A6CE-1DBA-F32F-1F87-F0063151A911}"/>
              </a:ext>
            </a:extLst>
          </p:cNvPr>
          <p:cNvSpPr/>
          <p:nvPr/>
        </p:nvSpPr>
        <p:spPr>
          <a:xfrm>
            <a:off x="5803962" y="4638516"/>
            <a:ext cx="77383" cy="81372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0234B85D-486D-ABA3-2053-9F790AFCFE66}"/>
              </a:ext>
            </a:extLst>
          </p:cNvPr>
          <p:cNvSpPr/>
          <p:nvPr/>
        </p:nvSpPr>
        <p:spPr>
          <a:xfrm>
            <a:off x="5803961" y="2331710"/>
            <a:ext cx="77383" cy="81372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984CCD50-97C0-173F-AB7F-AAD36D9A9620}"/>
              </a:ext>
            </a:extLst>
          </p:cNvPr>
          <p:cNvSpPr/>
          <p:nvPr/>
        </p:nvSpPr>
        <p:spPr>
          <a:xfrm>
            <a:off x="6018617" y="4890153"/>
            <a:ext cx="77383" cy="81372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71FBCB9A-0DC2-E3C2-3101-9D4F66911164}"/>
              </a:ext>
            </a:extLst>
          </p:cNvPr>
          <p:cNvSpPr/>
          <p:nvPr/>
        </p:nvSpPr>
        <p:spPr>
          <a:xfrm>
            <a:off x="6018617" y="2065896"/>
            <a:ext cx="77383" cy="81372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FB8F6636-2535-2935-D318-3EE6BC4D6B67}"/>
              </a:ext>
            </a:extLst>
          </p:cNvPr>
          <p:cNvSpPr/>
          <p:nvPr/>
        </p:nvSpPr>
        <p:spPr>
          <a:xfrm>
            <a:off x="6206459" y="1856789"/>
            <a:ext cx="77383" cy="81372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13" name="Ellipse 12">
            <a:extLst>
              <a:ext uri="{FF2B5EF4-FFF2-40B4-BE49-F238E27FC236}">
                <a16:creationId xmlns:a16="http://schemas.microsoft.com/office/drawing/2014/main" id="{02C2E0E0-06CB-D175-E185-24F114F40C17}"/>
              </a:ext>
            </a:extLst>
          </p:cNvPr>
          <p:cNvSpPr/>
          <p:nvPr/>
        </p:nvSpPr>
        <p:spPr>
          <a:xfrm>
            <a:off x="6415566" y="1654770"/>
            <a:ext cx="77383" cy="81372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15" name="Ellipse 14">
            <a:extLst>
              <a:ext uri="{FF2B5EF4-FFF2-40B4-BE49-F238E27FC236}">
                <a16:creationId xmlns:a16="http://schemas.microsoft.com/office/drawing/2014/main" id="{055BAFF0-9CC0-5C91-5A88-02AEE97E3CF0}"/>
              </a:ext>
            </a:extLst>
          </p:cNvPr>
          <p:cNvSpPr/>
          <p:nvPr/>
        </p:nvSpPr>
        <p:spPr>
          <a:xfrm>
            <a:off x="6617585" y="1502370"/>
            <a:ext cx="77383" cy="81372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16" name="Ellipse 15">
            <a:extLst>
              <a:ext uri="{FF2B5EF4-FFF2-40B4-BE49-F238E27FC236}">
                <a16:creationId xmlns:a16="http://schemas.microsoft.com/office/drawing/2014/main" id="{A801EC38-81AC-AFA2-160C-06155C7C08DF}"/>
              </a:ext>
            </a:extLst>
          </p:cNvPr>
          <p:cNvSpPr/>
          <p:nvPr/>
        </p:nvSpPr>
        <p:spPr>
          <a:xfrm>
            <a:off x="6819603" y="1314528"/>
            <a:ext cx="77383" cy="81372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17" name="Ellipse 16">
            <a:extLst>
              <a:ext uri="{FF2B5EF4-FFF2-40B4-BE49-F238E27FC236}">
                <a16:creationId xmlns:a16="http://schemas.microsoft.com/office/drawing/2014/main" id="{67E9B0A8-8967-72C8-1D01-CEA4FFC0DA54}"/>
              </a:ext>
            </a:extLst>
          </p:cNvPr>
          <p:cNvSpPr/>
          <p:nvPr/>
        </p:nvSpPr>
        <p:spPr>
          <a:xfrm>
            <a:off x="7042887" y="1162128"/>
            <a:ext cx="77383" cy="81372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18" name="Ellipse 17">
            <a:extLst>
              <a:ext uri="{FF2B5EF4-FFF2-40B4-BE49-F238E27FC236}">
                <a16:creationId xmlns:a16="http://schemas.microsoft.com/office/drawing/2014/main" id="{461E9515-861E-A270-F713-2488BF1B2937}"/>
              </a:ext>
            </a:extLst>
          </p:cNvPr>
          <p:cNvSpPr/>
          <p:nvPr/>
        </p:nvSpPr>
        <p:spPr>
          <a:xfrm>
            <a:off x="7237817" y="1023905"/>
            <a:ext cx="77383" cy="81372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19" name="Ellipse 18">
            <a:extLst>
              <a:ext uri="{FF2B5EF4-FFF2-40B4-BE49-F238E27FC236}">
                <a16:creationId xmlns:a16="http://schemas.microsoft.com/office/drawing/2014/main" id="{6F21BF90-4A9F-E054-4A5F-8E9EB43DAF57}"/>
              </a:ext>
            </a:extLst>
          </p:cNvPr>
          <p:cNvSpPr/>
          <p:nvPr/>
        </p:nvSpPr>
        <p:spPr>
          <a:xfrm>
            <a:off x="6206458" y="5142365"/>
            <a:ext cx="77383" cy="81372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20" name="Ellipse 19">
            <a:extLst>
              <a:ext uri="{FF2B5EF4-FFF2-40B4-BE49-F238E27FC236}">
                <a16:creationId xmlns:a16="http://schemas.microsoft.com/office/drawing/2014/main" id="{5ECB553C-E353-1589-7547-93CAC7253C01}"/>
              </a:ext>
            </a:extLst>
          </p:cNvPr>
          <p:cNvSpPr/>
          <p:nvPr/>
        </p:nvSpPr>
        <p:spPr>
          <a:xfrm>
            <a:off x="6415565" y="5316030"/>
            <a:ext cx="77383" cy="81372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21" name="Ellipse 20">
            <a:extLst>
              <a:ext uri="{FF2B5EF4-FFF2-40B4-BE49-F238E27FC236}">
                <a16:creationId xmlns:a16="http://schemas.microsoft.com/office/drawing/2014/main" id="{6DF7B059-A519-5989-264C-747C956DC943}"/>
              </a:ext>
            </a:extLst>
          </p:cNvPr>
          <p:cNvSpPr/>
          <p:nvPr/>
        </p:nvSpPr>
        <p:spPr>
          <a:xfrm>
            <a:off x="6579188" y="5510960"/>
            <a:ext cx="77383" cy="81372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22" name="Ellipse 21">
            <a:extLst>
              <a:ext uri="{FF2B5EF4-FFF2-40B4-BE49-F238E27FC236}">
                <a16:creationId xmlns:a16="http://schemas.microsoft.com/office/drawing/2014/main" id="{923D5F85-3BF5-D583-6C5A-273DD6505266}"/>
              </a:ext>
            </a:extLst>
          </p:cNvPr>
          <p:cNvSpPr/>
          <p:nvPr/>
        </p:nvSpPr>
        <p:spPr>
          <a:xfrm>
            <a:off x="6819603" y="5663360"/>
            <a:ext cx="77383" cy="81372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23" name="Ellipse 22">
            <a:extLst>
              <a:ext uri="{FF2B5EF4-FFF2-40B4-BE49-F238E27FC236}">
                <a16:creationId xmlns:a16="http://schemas.microsoft.com/office/drawing/2014/main" id="{80F18149-1F82-C497-9E43-04F5B2D6DF48}"/>
              </a:ext>
            </a:extLst>
          </p:cNvPr>
          <p:cNvSpPr/>
          <p:nvPr/>
        </p:nvSpPr>
        <p:spPr>
          <a:xfrm>
            <a:off x="7004195" y="5822848"/>
            <a:ext cx="77383" cy="81372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24" name="Ellipse 23">
            <a:extLst>
              <a:ext uri="{FF2B5EF4-FFF2-40B4-BE49-F238E27FC236}">
                <a16:creationId xmlns:a16="http://schemas.microsoft.com/office/drawing/2014/main" id="{ACC9459F-D977-A9F9-BA8B-C2D446BE5FD7}"/>
              </a:ext>
            </a:extLst>
          </p:cNvPr>
          <p:cNvSpPr/>
          <p:nvPr/>
        </p:nvSpPr>
        <p:spPr>
          <a:xfrm>
            <a:off x="7235156" y="5975248"/>
            <a:ext cx="77383" cy="81372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25" name="Ellipse 24">
            <a:extLst>
              <a:ext uri="{FF2B5EF4-FFF2-40B4-BE49-F238E27FC236}">
                <a16:creationId xmlns:a16="http://schemas.microsoft.com/office/drawing/2014/main" id="{FCF6BCA2-2E36-F6A4-0E63-FE83435B070D}"/>
              </a:ext>
            </a:extLst>
          </p:cNvPr>
          <p:cNvSpPr/>
          <p:nvPr/>
        </p:nvSpPr>
        <p:spPr>
          <a:xfrm>
            <a:off x="7444263" y="6113472"/>
            <a:ext cx="77383" cy="81372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96981367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905B47-3F1A-B291-9DE8-987EA74018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BB529D1A-1BDC-90EE-DD78-62683663E4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6745" y="0"/>
            <a:ext cx="10018510" cy="6858000"/>
          </a:xfrm>
          <a:prstGeom prst="rect">
            <a:avLst/>
          </a:prstGeom>
        </p:spPr>
      </p:pic>
      <p:cxnSp>
        <p:nvCxnSpPr>
          <p:cNvPr id="5" name="Connecteur droit 4">
            <a:extLst>
              <a:ext uri="{FF2B5EF4-FFF2-40B4-BE49-F238E27FC236}">
                <a16:creationId xmlns:a16="http://schemas.microsoft.com/office/drawing/2014/main" id="{DAF75005-8235-BBBA-4AF4-BA6111F45AB6}"/>
              </a:ext>
            </a:extLst>
          </p:cNvPr>
          <p:cNvCxnSpPr/>
          <p:nvPr/>
        </p:nvCxnSpPr>
        <p:spPr>
          <a:xfrm flipV="1">
            <a:off x="1438940" y="1049079"/>
            <a:ext cx="8569841" cy="5075274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01660201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ED90B0-A78C-6DA6-EFED-8DCF14ED0A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89CE3958-FDEB-1F10-C0E5-77200A257E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2142" y="0"/>
            <a:ext cx="902771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7257759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3D3EDE-AA6B-7D36-B744-D76014E463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4EDB889A-7A49-A4BB-651C-9F9E9D176D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7562"/>
            <a:ext cx="12192000" cy="6282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123465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28CDC9-8FDA-1C1C-0838-925F9B0373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B51CA348-151F-7528-0888-466418641E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43101"/>
            <a:ext cx="12192000" cy="4171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0462186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0FF0F4-D703-6412-815A-F04506713A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893F9481-83B9-7862-09F7-9AC7121A5E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705933"/>
            <a:ext cx="12192000" cy="3446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6669119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6B7CBD-91C0-8088-76A7-B9219F855D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2AE0DF28-744F-203A-E352-E4B1524E20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680811"/>
            <a:ext cx="12192000" cy="3496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502759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C4F740-A486-F601-036C-C2EACB7D59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BFEF9A05-C66C-B0BF-3AB0-23B1A3C2EF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541834"/>
            <a:ext cx="12192000" cy="3774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5321578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BA0E80-62B5-79C0-F6EA-CBB7929EF6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6569B430-6169-DC04-F956-26D71A9954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212" y="2605087"/>
            <a:ext cx="11839575" cy="1647825"/>
          </a:xfrm>
          <a:prstGeom prst="rect">
            <a:avLst/>
          </a:prstGeo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34AD5204-EFC9-50EB-6013-145C5C1F5644}"/>
              </a:ext>
            </a:extLst>
          </p:cNvPr>
          <p:cNvSpPr txBox="1"/>
          <p:nvPr/>
        </p:nvSpPr>
        <p:spPr>
          <a:xfrm>
            <a:off x="2417135" y="4337715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BE" dirty="0">
                <a:hlinkClick r:id="rId4"/>
              </a:rPr>
              <a:t>https://www.geogebra.org/graphing/abpjsq7u</a:t>
            </a:r>
            <a:endParaRPr lang="fr-BE" dirty="0"/>
          </a:p>
          <a:p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1943832951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8F7BF0-5394-110A-EDD5-DB2E58B5FA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F55ECBAF-3381-1363-DE08-7884475083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588947"/>
            <a:ext cx="12192000" cy="1680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5737596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2AC90E-60E7-5A74-40C1-444FA7A451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577E0253-318E-320F-0FA9-60FFFB990F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925278"/>
            <a:ext cx="12192000" cy="1007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4577202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6EB0FB-2F87-8E5C-3617-7533444123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6E905EAC-8A43-16C1-BA40-AB7E15D875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747379"/>
            <a:ext cx="12192000" cy="1363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8439156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B5CC40-8AB3-0FF4-4B4E-13FB765DD0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56173095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EE2283-D076-A2A9-31F5-818516E144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02492338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264</Words>
  <Application>Microsoft Office PowerPoint</Application>
  <PresentationFormat>Grand écran</PresentationFormat>
  <Paragraphs>124</Paragraphs>
  <Slides>94</Slides>
  <Notes>41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2</vt:i4>
      </vt:variant>
      <vt:variant>
        <vt:lpstr>Titres des diapositives</vt:lpstr>
      </vt:variant>
      <vt:variant>
        <vt:i4>94</vt:i4>
      </vt:variant>
    </vt:vector>
  </HeadingPairs>
  <TitlesOfParts>
    <vt:vector size="100" baseType="lpstr">
      <vt:lpstr>Aptos</vt:lpstr>
      <vt:lpstr>Aptos Display</vt:lpstr>
      <vt:lpstr>Arial</vt:lpstr>
      <vt:lpstr>Cambria Math</vt:lpstr>
      <vt:lpstr>Thème Office</vt:lpstr>
      <vt:lpstr>1_Thème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Hyperbole  Approche bifocale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Ellipse  Approche focale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Hyperbole  Approche focale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Parabole  Approche focale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Minh-Phuong Tran</dc:creator>
  <cp:lastModifiedBy>Minh-Phuong Tran</cp:lastModifiedBy>
  <cp:revision>10</cp:revision>
  <dcterms:created xsi:type="dcterms:W3CDTF">2026-03-08T22:01:18Z</dcterms:created>
  <dcterms:modified xsi:type="dcterms:W3CDTF">2026-03-16T11:10:36Z</dcterms:modified>
</cp:coreProperties>
</file>