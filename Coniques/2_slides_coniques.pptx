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83" r:id="rId4"/>
    <p:sldId id="285" r:id="rId5"/>
    <p:sldId id="258" r:id="rId6"/>
    <p:sldId id="286" r:id="rId7"/>
    <p:sldId id="308" r:id="rId8"/>
    <p:sldId id="257" r:id="rId9"/>
    <p:sldId id="309" r:id="rId10"/>
    <p:sldId id="341" r:id="rId11"/>
    <p:sldId id="346" r:id="rId12"/>
    <p:sldId id="342" r:id="rId13"/>
    <p:sldId id="349" r:id="rId14"/>
    <p:sldId id="343" r:id="rId15"/>
    <p:sldId id="344" r:id="rId16"/>
    <p:sldId id="345" r:id="rId17"/>
    <p:sldId id="347" r:id="rId18"/>
    <p:sldId id="310" r:id="rId19"/>
    <p:sldId id="350" r:id="rId20"/>
    <p:sldId id="351" r:id="rId21"/>
    <p:sldId id="352" r:id="rId22"/>
    <p:sldId id="353" r:id="rId23"/>
    <p:sldId id="354" r:id="rId24"/>
    <p:sldId id="356" r:id="rId25"/>
    <p:sldId id="311" r:id="rId26"/>
    <p:sldId id="312" r:id="rId27"/>
    <p:sldId id="313" r:id="rId28"/>
    <p:sldId id="357" r:id="rId29"/>
    <p:sldId id="358" r:id="rId30"/>
    <p:sldId id="359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30" r:id="rId48"/>
    <p:sldId id="331" r:id="rId49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339" r:id="rId57"/>
    <p:sldId id="340" r:id="rId5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5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61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30B723-9DF3-C610-DCAA-983A186A4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1422EC4-D684-FD20-FAD7-A778041BB6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DA1407-AA32-93A8-D409-A4171D112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8FCBD0-1FCF-3BF3-EBA6-F5991788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67D900-A04B-C67C-502C-3ACA8717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632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B69D63-07D3-187D-CC5D-470062A9D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BA8A73-7817-9F59-E716-96C80E57A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999D93-D0D7-6E3E-5E32-36945EA69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201606-0806-D558-1D6B-197B8EA66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366C37-2B3C-F30C-CE9B-6167AE1D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654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B4DEF-997B-0D40-26D3-8AF086B42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A81F15C-AB31-FC05-FA28-3FC7809CB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B72DC0-5693-D25E-FF23-A752AC819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AC7D7C-390B-6B4B-A0AF-947A64C1B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20C78E-E22E-EF62-5030-1E4D4F5A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49399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4ED564-1D0E-1750-CD93-5F0159D87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780A3-1F17-B984-CB20-430A7B75B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1B76AE-4521-61C8-68A0-9D734A7C08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47D2D38-A5D5-E283-99DC-214D929E5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0883F1F-9C7C-42BC-D305-49A91D57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1BAB82D-A13F-90CC-7A74-8EDE55B99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2264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F5012A-B0E4-867B-4F84-3700A313A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72CC1E-7B4D-FD48-4D5F-DA11C632B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681403-E62F-965C-FFEA-7DC9EBE80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6D1952D-FED1-4FFF-CFD3-8E2EE8EF0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D3CB5D6-C8A2-B84E-ED32-0FA71A250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3167B2E-4ED9-D7B7-7C91-513819E0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216DDE-5C2E-A494-94D2-848087081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944F09B-3556-CF9C-5DA3-B96CF01D9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37166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8D98D-9B38-6D9B-96F7-20DDABAEE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E15C73F-5E44-288A-882C-D84F3EAE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3C18C2D-50BD-D564-1B27-4E974AD8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0316E2A-69CC-578F-7B39-8FEFFA9C5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3352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486E86D-93A1-5736-C884-0558D77A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055B3E7-AB04-CD2A-1A5E-FFB8C21EB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3D29E4-6767-FD60-EEB3-C71DCB37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431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861F67-23C7-AD71-BC09-5FF4981B0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456386-8D4A-BDBF-CEDF-D3DC4CC9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0B54204-5282-DFB6-0B38-0AF027448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7F007B9-36EF-7B45-27DF-F4D7D18BF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E12F04-DCCA-C0E9-6597-B19922F2C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3DF78D-9B76-2362-DE1B-634DACD77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52228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187564-E412-E5CA-ADD2-3E942B688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88D5FB5-2399-FA6C-92CD-E8D745DAE4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5161288-ED84-7EB3-CFEB-27652CEC4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FEEE96-1A70-7B69-0285-19CE4ADE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83B0E5-37C6-84FB-58CF-B65898D34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F3AD978-165C-FC07-A0A4-AD24EFBAE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4565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B6940F-47A0-AB15-2CBC-9A923D28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041ECE9-0540-8E12-4467-743028F4D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2731C1-C874-123C-9D4E-ED293D8CA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0997FC-5E2F-47D9-96CD-054C7CEBF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0585DF-FB42-E42F-DF8E-1CFD304A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4160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0D2A5C2-33E4-6D2E-20C5-D1244ED7E7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9295A0F-B95E-93F6-B778-31B7B5A01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94A9199-34C6-5392-D2F8-80DD8D33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851261-7A1F-3BF1-6AB8-843BD7CA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3B0B6E-C53D-394C-D6F9-6E6BDB102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9917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B72392-BDA1-8816-0286-9F89D87E12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884BC22-A7EE-32F7-37C7-439E977D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D06D3D-DF1F-B2CC-2AF2-861E6CBC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2676AB-6922-C0C2-5077-0C742239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E9AF63-7776-E571-4A61-8B1AE2F7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96502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F4F65D-5782-8435-F31D-D9CEB37F8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A9E89-990C-63EB-A8BE-77C05DBF8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9246FB-8F85-539B-D197-16BDB467D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411B225-01DF-4D98-EA0D-22AE3FFA0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974F83A-262B-A72F-67D1-5E3700E3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92254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F96213-4FF4-07E0-EEE9-7D3A47326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341BE18-8C2B-3D44-F124-8536D209A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ADD335-B950-8222-06B6-350B0F359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B44B5D-5450-CE6E-F1FC-2BD4BB12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73EE5D-2BFD-581D-ABCF-252C7E3E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165025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EF2538-314F-E4E3-F644-11616C3DD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D8FF03-E6ED-8CC1-E1D7-54D7ED748A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F21658D-09C8-B90B-23CC-449121F08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B2B0D5-7952-DE2B-2295-85CE4F2C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E35A7C-8198-82B7-7527-0F732B49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ED22011-4F66-244F-5B8A-3B3DE306D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17879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905E6A-82B1-355B-D75B-4161DAE5D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87A97D-D8CC-02ED-3AE7-A9E39E055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9DFDE2-99B9-E66A-1BD4-CDE90C9C7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ADE0AA1-CCCB-E443-9652-01CBB547A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70AE589-B679-9ABD-2C68-F46C8A970F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CF6C78D-3E8C-E07A-F7F5-6F5B4AEBC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1E574DB-8D27-6ACD-C25D-24FB6A7D5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B77E368-6C55-50B8-21F0-7577B360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46804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E42ED3-D40D-654F-0A35-69BEC2D3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BD38C18-8C96-BC81-0E24-C422D036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8D005-39DD-D6F5-3A99-5E93330C9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46A895-256A-9023-4209-E99F1076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53808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040706A-8A50-8AF9-D7BD-02BE0778A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557E14E-19C0-70A0-18D2-4C97286FD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C51E546-A711-041A-E841-D384AD4DF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44815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CB076-187E-616C-980A-207416084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7FF507-9D1B-8916-9C40-FB919B379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ED2F98-73E2-E17D-2B2F-EBDF6267E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8FD52D7-4DCB-E416-8F36-335A9AF12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36B060-FA05-4605-CBBA-59434826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1E521C5-6C48-8474-79B7-94BEBD946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720113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83B303-1A6C-930E-DF50-674C27E1F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1617871-800E-30A8-C81F-B4E108C2CB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DC0BE93-84AC-CF88-0AC1-CBA33BC26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2B28D5-25FB-B280-78CC-44643678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2B87F5-C26E-B9B4-111E-AC9D29393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4062D0B-A461-8888-58FA-49518384E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31741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4B76B-1B04-AAB6-2771-A24269602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FAF548-37AE-206B-FFA0-ADF442CE5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1BF721-C270-61AD-54AC-EAB1F3D94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4817027-5225-2EF6-7787-C87C11CF0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CAA168-210A-52CC-5280-0BB396DD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9448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39F3DC5-FD9A-1FA5-9B26-676829485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9E4D11-14FB-BAAE-7501-63009467EB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36AE54-3F8B-5D9F-A790-A2DF1BC92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C8F385-21C1-BDBD-4CC3-F85940192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A9BB9-A9B2-EAC8-E548-D5E01CA10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6127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0B3C652-F011-7373-28CF-1A60C7AC3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EDD29A2-3562-2F4F-62FB-377BDD9BA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7C7B5E-B404-66B0-3CF9-72E5D8A42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E472FC-725B-4EE1-8E60-D98B5CD01CC3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5F812C-0592-DCED-03D2-D17C09E156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17F04D-9D8E-941E-009F-718AED78C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51779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3EE0E51-9DE7-29AF-4BBC-84D97392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53E115-AE32-FDF7-DBB4-C682DC5CC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1A8AC9-271F-E593-9FB5-EA004436C9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C1560-C803-46E2-A186-D4227662A004}" type="datetimeFigureOut">
              <a:rPr lang="fr-BE" smtClean="0"/>
              <a:t>08-03-26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77B288-650C-1DA1-1AEB-CB3FB413A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AEA61E-BB11-B7D3-C5F6-F25F5184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3875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graphing/kwezrduj" TargetMode="External"/><Relationship Id="rId2" Type="http://schemas.openxmlformats.org/officeDocument/2006/relationships/hyperlink" Target="https://www.geogebra.org/graphing/zmu523gu" TargetMode="Externa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C68D22F-C3B8-559E-918A-27AB26E54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93" y="1302527"/>
            <a:ext cx="4368242" cy="4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119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5BBF6-F045-2A0E-86C3-164ED99A1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6694426-403B-9CC8-4F17-84A25739C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201E32-D5F5-5C64-83CF-1172E3F506E7}"/>
              </a:ext>
            </a:extLst>
          </p:cNvPr>
          <p:cNvSpPr/>
          <p:nvPr/>
        </p:nvSpPr>
        <p:spPr>
          <a:xfrm>
            <a:off x="3138770" y="998620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767B85-6E69-C6A9-8BB5-116B9E54C5BD}"/>
              </a:ext>
            </a:extLst>
          </p:cNvPr>
          <p:cNvSpPr/>
          <p:nvPr/>
        </p:nvSpPr>
        <p:spPr>
          <a:xfrm>
            <a:off x="3303230" y="3429000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13D566-96A6-106B-0B52-4CE881674C9F}"/>
              </a:ext>
            </a:extLst>
          </p:cNvPr>
          <p:cNvSpPr/>
          <p:nvPr/>
        </p:nvSpPr>
        <p:spPr>
          <a:xfrm>
            <a:off x="3138770" y="1816767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00225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9254-A18C-72C7-AD1A-9ADC0465A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0902F4BA-09EE-CAF0-604E-054719350D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DFF6FE-AC55-944F-7BC0-67AC9CCA4E94}"/>
              </a:ext>
            </a:extLst>
          </p:cNvPr>
          <p:cNvSpPr/>
          <p:nvPr/>
        </p:nvSpPr>
        <p:spPr>
          <a:xfrm>
            <a:off x="3138770" y="919679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E78AB3-2141-A3CA-C6CE-CA5E736E245F}"/>
              </a:ext>
            </a:extLst>
          </p:cNvPr>
          <p:cNvSpPr/>
          <p:nvPr/>
        </p:nvSpPr>
        <p:spPr>
          <a:xfrm>
            <a:off x="3138769" y="171376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1B040-6C8A-0CF5-1A28-CBFD713E3C08}"/>
              </a:ext>
            </a:extLst>
          </p:cNvPr>
          <p:cNvSpPr/>
          <p:nvPr/>
        </p:nvSpPr>
        <p:spPr>
          <a:xfrm>
            <a:off x="3138770" y="3380701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137532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D746D23-B053-C911-DE86-28EE6C619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93" y="1302527"/>
            <a:ext cx="4368242" cy="432389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2526DB3-09C8-920F-CE8C-B6BBA4E3A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442" y="888081"/>
            <a:ext cx="3738311" cy="473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522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E3A80-18E1-700C-F239-868ECB55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EDD913E-B5C6-14DA-7EFB-B40CB657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C7751B-6DC0-23B3-1F69-035002512273}"/>
              </a:ext>
            </a:extLst>
          </p:cNvPr>
          <p:cNvSpPr/>
          <p:nvPr/>
        </p:nvSpPr>
        <p:spPr>
          <a:xfrm>
            <a:off x="3138770" y="965728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E8305-F49B-7288-6556-23991517537A}"/>
              </a:ext>
            </a:extLst>
          </p:cNvPr>
          <p:cNvSpPr/>
          <p:nvPr/>
        </p:nvSpPr>
        <p:spPr>
          <a:xfrm>
            <a:off x="3138769" y="1749858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5902D3-1F19-9E04-01E7-3C71423D4C2E}"/>
              </a:ext>
            </a:extLst>
          </p:cNvPr>
          <p:cNvSpPr/>
          <p:nvPr/>
        </p:nvSpPr>
        <p:spPr>
          <a:xfrm>
            <a:off x="3138769" y="332807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413BF-BD5C-8976-4EFF-DF8CDAEF65A4}"/>
              </a:ext>
            </a:extLst>
          </p:cNvPr>
          <p:cNvSpPr/>
          <p:nvPr/>
        </p:nvSpPr>
        <p:spPr>
          <a:xfrm>
            <a:off x="7133199" y="1754879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18213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FC656A6-E43E-6579-2862-0097CC309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059" y="1534451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Hyperbole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Approche</a:t>
            </a: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bifocale</a:t>
            </a: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29" name="Straight Connector 2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585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18BD4-889D-A690-C7E0-5276A486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66AF56F-EEBB-151B-AED4-4ACF390A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8452"/>
            <a:ext cx="12192000" cy="438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546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3A789-F00C-7EC7-D732-3F0F4E89F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45DC28C-ED63-A5E1-5276-C06206F2E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50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2A272-4394-86B4-0C78-FD6822103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41531CF-93A5-2E78-838D-00751D24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1DD3328F-C773-514F-3477-C500D6DD9C6D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6B8D4B12-2163-3E81-92F4-FC26C902D90F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1D6FBA78-261A-AD77-84DA-C337492C3D81}"/>
              </a:ext>
            </a:extLst>
          </p:cNvPr>
          <p:cNvSpPr/>
          <p:nvPr/>
        </p:nvSpPr>
        <p:spPr>
          <a:xfrm>
            <a:off x="5473243" y="226297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09571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96300-5BBB-6404-C89F-A06EE88EA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B023671-F316-25B0-78FB-68DDEF41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5D8B606D-E5D2-1E0D-6969-3F32E14CAA51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A6A23A6-9109-FF7D-4090-21B805BA2667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E67C4A70-762D-F98D-39F4-9DB95D883716}"/>
              </a:ext>
            </a:extLst>
          </p:cNvPr>
          <p:cNvSpPr/>
          <p:nvPr/>
        </p:nvSpPr>
        <p:spPr>
          <a:xfrm>
            <a:off x="5473243" y="226297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2C7EFF2-1BFE-824C-1A06-656C370918C3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7149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8446D-ED76-FA77-D808-9BE43F377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538D180-1235-24DA-B5BC-72BF77E8D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7BAED9D3-C3A3-60D2-780D-786C99299C35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B067421-FB65-B730-8771-C179180B673A}"/>
              </a:ext>
            </a:extLst>
          </p:cNvPr>
          <p:cNvSpPr/>
          <p:nvPr/>
        </p:nvSpPr>
        <p:spPr>
          <a:xfrm>
            <a:off x="4373526" y="2493220"/>
            <a:ext cx="1843078" cy="1837775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0D162D5-4C81-D555-358B-D2D7EFF52509}"/>
              </a:ext>
            </a:extLst>
          </p:cNvPr>
          <p:cNvSpPr/>
          <p:nvPr/>
        </p:nvSpPr>
        <p:spPr>
          <a:xfrm>
            <a:off x="5287927" y="1963478"/>
            <a:ext cx="2941674" cy="29062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A93D06C-FB9C-5829-62DF-484449B2BCAF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495E477-472E-185D-FB9D-A3278AE1B24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39644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5E6C7-65CC-C6D4-9149-00DEE5CC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D7210-A392-0842-6967-2CA16D336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01D65D7E-A9D8-BC05-FD01-E7139D5E3960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3A9CF22-F220-24B5-9E3C-D72B11525E66}"/>
              </a:ext>
            </a:extLst>
          </p:cNvPr>
          <p:cNvSpPr/>
          <p:nvPr/>
        </p:nvSpPr>
        <p:spPr>
          <a:xfrm>
            <a:off x="4564909" y="2694446"/>
            <a:ext cx="1453016" cy="1452251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97712B5-8E60-DCCB-8875-1225B4B9DE2C}"/>
              </a:ext>
            </a:extLst>
          </p:cNvPr>
          <p:cNvSpPr/>
          <p:nvPr/>
        </p:nvSpPr>
        <p:spPr>
          <a:xfrm>
            <a:off x="5481351" y="2126511"/>
            <a:ext cx="2563951" cy="256599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4534D597-9484-8E5D-2ACA-2BCC8A2B30D1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DFC1EDAB-76E2-191F-D7EF-43138AD2DB7B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B65125DA-DD65-5E09-05F4-902D3AB7DA95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02372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3A21B-5331-EFD5-55FF-5BC61631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E526AE0-E5BB-98AB-B920-90FDC5C76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EB776B5-D9C3-EB7F-9A51-E7C07997A525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5957045-B0E7-FB6A-1345-D61ED643C15A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572F6F0-73BC-4B4C-A3ED-B606C0F2D977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B8C2BC2-54C5-2FAF-88EF-2905AC862203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2337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CFA8A-6396-4347-2826-E0422F87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070BFA7-57B6-5079-5711-CF2739E5B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C247983-9973-09CF-6443-9656291AE98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0D47F36C-E42C-B19E-9837-F35F9CABBE73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CD7028F-C6E7-C2DC-A298-E457BDD1CE69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F07D39B-84E5-0D80-FC23-88B676A7EA31}"/>
              </a:ext>
            </a:extLst>
          </p:cNvPr>
          <p:cNvSpPr/>
          <p:nvPr/>
        </p:nvSpPr>
        <p:spPr>
          <a:xfrm>
            <a:off x="5703488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0A5B879-ED62-B0FB-243D-57EE1034311C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0477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9EFC-A590-DECA-4FF5-B022091FC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97B358C-E3B4-FAA4-600A-4CC81CFF4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C97AEDC2-6691-4C7C-CEAD-DAFC9C64B2A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E5E1CE07-1474-973D-B279-987F25BA6EB2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A2D39B8-3907-598F-2D02-21C42CB93CAF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BA74D2E-B78A-5320-812D-AB1C7F22832A}"/>
              </a:ext>
            </a:extLst>
          </p:cNvPr>
          <p:cNvSpPr/>
          <p:nvPr/>
        </p:nvSpPr>
        <p:spPr>
          <a:xfrm>
            <a:off x="5703488" y="337966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0D9BE2D8-50AD-3C09-F67E-E00015BA9429}"/>
              </a:ext>
            </a:extLst>
          </p:cNvPr>
          <p:cNvSpPr/>
          <p:nvPr/>
        </p:nvSpPr>
        <p:spPr>
          <a:xfrm>
            <a:off x="6250593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ED76782-5208-E66C-2108-5BE29F71F71E}"/>
              </a:ext>
            </a:extLst>
          </p:cNvPr>
          <p:cNvSpPr/>
          <p:nvPr/>
        </p:nvSpPr>
        <p:spPr>
          <a:xfrm>
            <a:off x="5657439" y="371790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683D9FB-3315-409C-86C5-A155AA0AEF9C}"/>
              </a:ext>
            </a:extLst>
          </p:cNvPr>
          <p:cNvSpPr/>
          <p:nvPr/>
        </p:nvSpPr>
        <p:spPr>
          <a:xfrm>
            <a:off x="5611390" y="4006806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3C09171E-9CAE-7A99-2ED3-08B5CFB2637B}"/>
              </a:ext>
            </a:extLst>
          </p:cNvPr>
          <p:cNvSpPr/>
          <p:nvPr/>
        </p:nvSpPr>
        <p:spPr>
          <a:xfrm>
            <a:off x="5519292" y="42661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B662286-24F4-6CA9-AD49-9A96DEC6122D}"/>
              </a:ext>
            </a:extLst>
          </p:cNvPr>
          <p:cNvSpPr/>
          <p:nvPr/>
        </p:nvSpPr>
        <p:spPr>
          <a:xfrm>
            <a:off x="5460087" y="4439884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B36CDD-DC0A-257D-9A27-6EC2A42763C3}"/>
              </a:ext>
            </a:extLst>
          </p:cNvPr>
          <p:cNvSpPr/>
          <p:nvPr/>
        </p:nvSpPr>
        <p:spPr>
          <a:xfrm>
            <a:off x="5394301" y="464491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E8974B6-7DBF-CD67-6C6B-6E8FC5877BEC}"/>
              </a:ext>
            </a:extLst>
          </p:cNvPr>
          <p:cNvSpPr/>
          <p:nvPr/>
        </p:nvSpPr>
        <p:spPr>
          <a:xfrm>
            <a:off x="5335096" y="484007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A1963FC-8707-E0C6-2D2C-27F2B4C25C01}"/>
              </a:ext>
            </a:extLst>
          </p:cNvPr>
          <p:cNvSpPr/>
          <p:nvPr/>
        </p:nvSpPr>
        <p:spPr>
          <a:xfrm>
            <a:off x="5256155" y="502207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3D676465-81FA-EB08-6460-A6FCA212B6EF}"/>
              </a:ext>
            </a:extLst>
          </p:cNvPr>
          <p:cNvSpPr/>
          <p:nvPr/>
        </p:nvSpPr>
        <p:spPr>
          <a:xfrm>
            <a:off x="5190368" y="519421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ADFB5B4-0D41-5576-4F12-18A173B1B13F}"/>
              </a:ext>
            </a:extLst>
          </p:cNvPr>
          <p:cNvSpPr/>
          <p:nvPr/>
        </p:nvSpPr>
        <p:spPr>
          <a:xfrm>
            <a:off x="5118007" y="538608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950632E-CB90-E398-FB89-66337376260E}"/>
              </a:ext>
            </a:extLst>
          </p:cNvPr>
          <p:cNvSpPr/>
          <p:nvPr/>
        </p:nvSpPr>
        <p:spPr>
          <a:xfrm>
            <a:off x="5045643" y="5551639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DCCAC81-84A6-ABA5-4AF4-1732889E84CB}"/>
              </a:ext>
            </a:extLst>
          </p:cNvPr>
          <p:cNvSpPr/>
          <p:nvPr/>
        </p:nvSpPr>
        <p:spPr>
          <a:xfrm>
            <a:off x="4973283" y="573693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6B1DD36-6969-61D9-A3DB-0D9AD7C96F8F}"/>
              </a:ext>
            </a:extLst>
          </p:cNvPr>
          <p:cNvSpPr/>
          <p:nvPr/>
        </p:nvSpPr>
        <p:spPr>
          <a:xfrm>
            <a:off x="5453509" y="229806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A88021-EB90-E331-67FF-BE6562109211}"/>
              </a:ext>
            </a:extLst>
          </p:cNvPr>
          <p:cNvSpPr/>
          <p:nvPr/>
        </p:nvSpPr>
        <p:spPr>
          <a:xfrm>
            <a:off x="5387724" y="20930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ED5C1F75-C11C-4629-DB60-5D2D4E1A84B2}"/>
              </a:ext>
            </a:extLst>
          </p:cNvPr>
          <p:cNvSpPr/>
          <p:nvPr/>
        </p:nvSpPr>
        <p:spPr>
          <a:xfrm>
            <a:off x="5335096" y="189677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4090777A-D52F-0116-37CE-D5B790ED440F}"/>
              </a:ext>
            </a:extLst>
          </p:cNvPr>
          <p:cNvSpPr/>
          <p:nvPr/>
        </p:nvSpPr>
        <p:spPr>
          <a:xfrm>
            <a:off x="5256155" y="170710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21E9435-84F3-1578-E419-A58B9A56272D}"/>
              </a:ext>
            </a:extLst>
          </p:cNvPr>
          <p:cNvSpPr/>
          <p:nvPr/>
        </p:nvSpPr>
        <p:spPr>
          <a:xfrm>
            <a:off x="5190368" y="153715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60618FC-B844-0176-A76C-09802A9F53CD}"/>
              </a:ext>
            </a:extLst>
          </p:cNvPr>
          <p:cNvSpPr/>
          <p:nvPr/>
        </p:nvSpPr>
        <p:spPr>
          <a:xfrm>
            <a:off x="5131164" y="1342546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E5F46D1A-EA61-0285-BBDA-C4DDC8EC5AA2}"/>
              </a:ext>
            </a:extLst>
          </p:cNvPr>
          <p:cNvSpPr/>
          <p:nvPr/>
        </p:nvSpPr>
        <p:spPr>
          <a:xfrm>
            <a:off x="5039066" y="116931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920BE946-4C82-26D0-F45D-A06BFD54798D}"/>
              </a:ext>
            </a:extLst>
          </p:cNvPr>
          <p:cNvSpPr/>
          <p:nvPr/>
        </p:nvSpPr>
        <p:spPr>
          <a:xfrm>
            <a:off x="4973283" y="97305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336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7E0B6-62AF-3E07-17A6-C4894A5F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32D83B2-86F5-FEE5-56E1-BBB60F87B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58F0E8CD-D64A-B6B6-1499-A295A3F9A52F}"/>
              </a:ext>
            </a:extLst>
          </p:cNvPr>
          <p:cNvSpPr/>
          <p:nvPr/>
        </p:nvSpPr>
        <p:spPr>
          <a:xfrm>
            <a:off x="6250593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30544DD-5177-8FA5-BD61-835E8B4C55B7}"/>
              </a:ext>
            </a:extLst>
          </p:cNvPr>
          <p:cNvGrpSpPr/>
          <p:nvPr/>
        </p:nvGrpSpPr>
        <p:grpSpPr>
          <a:xfrm>
            <a:off x="4973283" y="973055"/>
            <a:ext cx="822303" cy="4862552"/>
            <a:chOff x="4973283" y="973055"/>
            <a:chExt cx="822303" cy="4862552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D2D1D85D-A81A-8F2A-DCBD-6E831C67F66C}"/>
                </a:ext>
              </a:extLst>
            </p:cNvPr>
            <p:cNvSpPr/>
            <p:nvPr/>
          </p:nvSpPr>
          <p:spPr>
            <a:xfrm>
              <a:off x="5519292" y="249322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4683D875-AF90-13A3-0F5A-4DB092CF41C8}"/>
                </a:ext>
              </a:extLst>
            </p:cNvPr>
            <p:cNvSpPr/>
            <p:nvPr/>
          </p:nvSpPr>
          <p:spPr>
            <a:xfrm>
              <a:off x="5611390" y="273771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3D31842A-3135-ED96-49DA-4BD1FC683FEA}"/>
                </a:ext>
              </a:extLst>
            </p:cNvPr>
            <p:cNvSpPr/>
            <p:nvPr/>
          </p:nvSpPr>
          <p:spPr>
            <a:xfrm>
              <a:off x="5657439" y="304142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C1638036-554D-7222-DE87-74AF6B677208}"/>
                </a:ext>
              </a:extLst>
            </p:cNvPr>
            <p:cNvSpPr/>
            <p:nvPr/>
          </p:nvSpPr>
          <p:spPr>
            <a:xfrm>
              <a:off x="5703488" y="337966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BA5D592B-9D23-86C6-4C03-810BC62C3AAB}"/>
                </a:ext>
              </a:extLst>
            </p:cNvPr>
            <p:cNvSpPr/>
            <p:nvPr/>
          </p:nvSpPr>
          <p:spPr>
            <a:xfrm>
              <a:off x="5657439" y="371790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290F2BD-8B99-297B-4504-D230213BBA14}"/>
                </a:ext>
              </a:extLst>
            </p:cNvPr>
            <p:cNvSpPr/>
            <p:nvPr/>
          </p:nvSpPr>
          <p:spPr>
            <a:xfrm>
              <a:off x="5611390" y="400680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91BCB8F-9C7E-DF1F-8E1A-59C8B03D6273}"/>
                </a:ext>
              </a:extLst>
            </p:cNvPr>
            <p:cNvSpPr/>
            <p:nvPr/>
          </p:nvSpPr>
          <p:spPr>
            <a:xfrm>
              <a:off x="5519292" y="426610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79AF0D1-1B34-47AC-C2E0-23051F591BD8}"/>
                </a:ext>
              </a:extLst>
            </p:cNvPr>
            <p:cNvSpPr/>
            <p:nvPr/>
          </p:nvSpPr>
          <p:spPr>
            <a:xfrm>
              <a:off x="5460087" y="4439884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48BF4B62-EEEC-2A99-939B-2A6BA7E6BDFB}"/>
                </a:ext>
              </a:extLst>
            </p:cNvPr>
            <p:cNvSpPr/>
            <p:nvPr/>
          </p:nvSpPr>
          <p:spPr>
            <a:xfrm>
              <a:off x="5394301" y="46449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2A97A24-5EE5-12EC-7FC6-172F1689087E}"/>
                </a:ext>
              </a:extLst>
            </p:cNvPr>
            <p:cNvSpPr/>
            <p:nvPr/>
          </p:nvSpPr>
          <p:spPr>
            <a:xfrm>
              <a:off x="5335096" y="484007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E1F1EE8E-6BBA-9FF9-EBF0-DA4AF059F683}"/>
                </a:ext>
              </a:extLst>
            </p:cNvPr>
            <p:cNvSpPr/>
            <p:nvPr/>
          </p:nvSpPr>
          <p:spPr>
            <a:xfrm>
              <a:off x="5256155" y="502207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8B21190-9DCF-5ED7-9A9F-91C37E9525A6}"/>
                </a:ext>
              </a:extLst>
            </p:cNvPr>
            <p:cNvSpPr/>
            <p:nvPr/>
          </p:nvSpPr>
          <p:spPr>
            <a:xfrm>
              <a:off x="5190368" y="519421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24B53FD-8EE4-C0EC-1617-E3FD68B0FD11}"/>
                </a:ext>
              </a:extLst>
            </p:cNvPr>
            <p:cNvSpPr/>
            <p:nvPr/>
          </p:nvSpPr>
          <p:spPr>
            <a:xfrm>
              <a:off x="5118007" y="538608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E4D808E-2396-FB32-0626-7446C625375E}"/>
                </a:ext>
              </a:extLst>
            </p:cNvPr>
            <p:cNvSpPr/>
            <p:nvPr/>
          </p:nvSpPr>
          <p:spPr>
            <a:xfrm>
              <a:off x="5045643" y="5551639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5D96C29-F3EE-A387-50A7-B1979F769EA1}"/>
                </a:ext>
              </a:extLst>
            </p:cNvPr>
            <p:cNvSpPr/>
            <p:nvPr/>
          </p:nvSpPr>
          <p:spPr>
            <a:xfrm>
              <a:off x="4973283" y="573693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6882D5C-5421-41C0-6FFC-D75F1EC8A02D}"/>
                </a:ext>
              </a:extLst>
            </p:cNvPr>
            <p:cNvSpPr/>
            <p:nvPr/>
          </p:nvSpPr>
          <p:spPr>
            <a:xfrm>
              <a:off x="5453509" y="229806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11521853-3123-B19A-2FD2-260741E21905}"/>
                </a:ext>
              </a:extLst>
            </p:cNvPr>
            <p:cNvSpPr/>
            <p:nvPr/>
          </p:nvSpPr>
          <p:spPr>
            <a:xfrm>
              <a:off x="5387724" y="209303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A9F5445-F70E-B0DE-FE18-12BCF9EB5F21}"/>
                </a:ext>
              </a:extLst>
            </p:cNvPr>
            <p:cNvSpPr/>
            <p:nvPr/>
          </p:nvSpPr>
          <p:spPr>
            <a:xfrm>
              <a:off x="5335096" y="189677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57C7C6F-E6E3-DB50-2CCA-CABDF9D73FB0}"/>
                </a:ext>
              </a:extLst>
            </p:cNvPr>
            <p:cNvSpPr/>
            <p:nvPr/>
          </p:nvSpPr>
          <p:spPr>
            <a:xfrm>
              <a:off x="5256155" y="170710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72E151FC-5407-AD09-97E3-61CA3289997E}"/>
                </a:ext>
              </a:extLst>
            </p:cNvPr>
            <p:cNvSpPr/>
            <p:nvPr/>
          </p:nvSpPr>
          <p:spPr>
            <a:xfrm>
              <a:off x="5190368" y="153715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D0FEA0CF-BCE1-5EA5-AE4B-4F53B991BA3B}"/>
                </a:ext>
              </a:extLst>
            </p:cNvPr>
            <p:cNvSpPr/>
            <p:nvPr/>
          </p:nvSpPr>
          <p:spPr>
            <a:xfrm>
              <a:off x="5131164" y="134254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5E485B28-205C-717F-5030-80CDCA67C9A2}"/>
                </a:ext>
              </a:extLst>
            </p:cNvPr>
            <p:cNvSpPr/>
            <p:nvPr/>
          </p:nvSpPr>
          <p:spPr>
            <a:xfrm>
              <a:off x="5039066" y="11693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4A75AA85-FE90-882A-2F1E-F905CC1B2621}"/>
                </a:ext>
              </a:extLst>
            </p:cNvPr>
            <p:cNvSpPr/>
            <p:nvPr/>
          </p:nvSpPr>
          <p:spPr>
            <a:xfrm>
              <a:off x="4973283" y="97305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25B76961-0DC8-A391-8408-AE3A1860F8F6}"/>
              </a:ext>
            </a:extLst>
          </p:cNvPr>
          <p:cNvGrpSpPr/>
          <p:nvPr/>
        </p:nvGrpSpPr>
        <p:grpSpPr>
          <a:xfrm>
            <a:off x="6255648" y="976460"/>
            <a:ext cx="822303" cy="4862552"/>
            <a:chOff x="4973283" y="973055"/>
            <a:chExt cx="822303" cy="4862552"/>
          </a:xfrm>
          <a:scene3d>
            <a:camera prst="orthographicFront">
              <a:rot lat="0" lon="10799999" rev="0"/>
            </a:camera>
            <a:lightRig rig="threePt" dir="t"/>
          </a:scene3d>
        </p:grpSpPr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56C3AE62-F499-4F49-3AE0-58387D51B2FF}"/>
                </a:ext>
              </a:extLst>
            </p:cNvPr>
            <p:cNvSpPr/>
            <p:nvPr/>
          </p:nvSpPr>
          <p:spPr>
            <a:xfrm>
              <a:off x="5519292" y="249322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995A236-040C-F021-9D43-745D544151CA}"/>
                </a:ext>
              </a:extLst>
            </p:cNvPr>
            <p:cNvSpPr/>
            <p:nvPr/>
          </p:nvSpPr>
          <p:spPr>
            <a:xfrm>
              <a:off x="5611390" y="273771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201A4CB8-1DB8-85B7-260D-CD93568511C6}"/>
                </a:ext>
              </a:extLst>
            </p:cNvPr>
            <p:cNvSpPr/>
            <p:nvPr/>
          </p:nvSpPr>
          <p:spPr>
            <a:xfrm>
              <a:off x="5657439" y="304142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5856ECF-E78C-E1C8-D462-EE91E54E6573}"/>
                </a:ext>
              </a:extLst>
            </p:cNvPr>
            <p:cNvSpPr/>
            <p:nvPr/>
          </p:nvSpPr>
          <p:spPr>
            <a:xfrm>
              <a:off x="5703488" y="337966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D272AD9-31F9-E70E-99FD-EA534D7CACB9}"/>
                </a:ext>
              </a:extLst>
            </p:cNvPr>
            <p:cNvSpPr/>
            <p:nvPr/>
          </p:nvSpPr>
          <p:spPr>
            <a:xfrm>
              <a:off x="5657439" y="371790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741EAF72-D184-F960-4F03-C2CA2E27DEED}"/>
                </a:ext>
              </a:extLst>
            </p:cNvPr>
            <p:cNvSpPr/>
            <p:nvPr/>
          </p:nvSpPr>
          <p:spPr>
            <a:xfrm>
              <a:off x="5611390" y="400680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DA51577B-D929-6196-CF2E-9C244481FF91}"/>
                </a:ext>
              </a:extLst>
            </p:cNvPr>
            <p:cNvSpPr/>
            <p:nvPr/>
          </p:nvSpPr>
          <p:spPr>
            <a:xfrm>
              <a:off x="5519292" y="426610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BB70F2E6-9D92-0F0F-876F-5F42650E06D2}"/>
                </a:ext>
              </a:extLst>
            </p:cNvPr>
            <p:cNvSpPr/>
            <p:nvPr/>
          </p:nvSpPr>
          <p:spPr>
            <a:xfrm>
              <a:off x="5460087" y="4439884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07BEFA7E-F34F-446F-0BDE-E4A2BE36F54E}"/>
                </a:ext>
              </a:extLst>
            </p:cNvPr>
            <p:cNvSpPr/>
            <p:nvPr/>
          </p:nvSpPr>
          <p:spPr>
            <a:xfrm>
              <a:off x="5394301" y="46449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75F80B63-1068-2A4A-5A4D-6F24C4F721C2}"/>
                </a:ext>
              </a:extLst>
            </p:cNvPr>
            <p:cNvSpPr/>
            <p:nvPr/>
          </p:nvSpPr>
          <p:spPr>
            <a:xfrm>
              <a:off x="5335096" y="484007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873E1E43-86B5-A1B1-079F-A1BA38C1854C}"/>
                </a:ext>
              </a:extLst>
            </p:cNvPr>
            <p:cNvSpPr/>
            <p:nvPr/>
          </p:nvSpPr>
          <p:spPr>
            <a:xfrm>
              <a:off x="5256155" y="502207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9C3E56AD-1912-F031-1E9D-EDB9EBF80EE5}"/>
                </a:ext>
              </a:extLst>
            </p:cNvPr>
            <p:cNvSpPr/>
            <p:nvPr/>
          </p:nvSpPr>
          <p:spPr>
            <a:xfrm>
              <a:off x="5190368" y="519421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D66476E4-9171-2996-BD9C-144975C67BF0}"/>
                </a:ext>
              </a:extLst>
            </p:cNvPr>
            <p:cNvSpPr/>
            <p:nvPr/>
          </p:nvSpPr>
          <p:spPr>
            <a:xfrm>
              <a:off x="5118007" y="538608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BE0D9E98-97FD-DBA2-730D-8F8544F7D5B8}"/>
                </a:ext>
              </a:extLst>
            </p:cNvPr>
            <p:cNvSpPr/>
            <p:nvPr/>
          </p:nvSpPr>
          <p:spPr>
            <a:xfrm>
              <a:off x="5045643" y="5551639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32211557-599D-E0B6-73C2-597BBC65B4F9}"/>
                </a:ext>
              </a:extLst>
            </p:cNvPr>
            <p:cNvSpPr/>
            <p:nvPr/>
          </p:nvSpPr>
          <p:spPr>
            <a:xfrm>
              <a:off x="4973283" y="573693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974F8A82-C0DD-24BB-D2FD-2600A9D4D625}"/>
                </a:ext>
              </a:extLst>
            </p:cNvPr>
            <p:cNvSpPr/>
            <p:nvPr/>
          </p:nvSpPr>
          <p:spPr>
            <a:xfrm>
              <a:off x="5453509" y="229806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AF7D79A-D92F-0634-CBD8-70443331C84C}"/>
                </a:ext>
              </a:extLst>
            </p:cNvPr>
            <p:cNvSpPr/>
            <p:nvPr/>
          </p:nvSpPr>
          <p:spPr>
            <a:xfrm>
              <a:off x="5387724" y="209303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EE04227F-D6D1-6249-8435-A8007EAD5765}"/>
                </a:ext>
              </a:extLst>
            </p:cNvPr>
            <p:cNvSpPr/>
            <p:nvPr/>
          </p:nvSpPr>
          <p:spPr>
            <a:xfrm>
              <a:off x="5335096" y="189677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3F7F2F3C-F8A0-CF84-8BF9-9AA34904329A}"/>
                </a:ext>
              </a:extLst>
            </p:cNvPr>
            <p:cNvSpPr/>
            <p:nvPr/>
          </p:nvSpPr>
          <p:spPr>
            <a:xfrm>
              <a:off x="5256155" y="170710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C2A27F94-E692-E9D0-D66D-6D982290EF0A}"/>
                </a:ext>
              </a:extLst>
            </p:cNvPr>
            <p:cNvSpPr/>
            <p:nvPr/>
          </p:nvSpPr>
          <p:spPr>
            <a:xfrm>
              <a:off x="5190368" y="153715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95BB7E19-FD48-B480-3396-A1E7493D8859}"/>
                </a:ext>
              </a:extLst>
            </p:cNvPr>
            <p:cNvSpPr/>
            <p:nvPr/>
          </p:nvSpPr>
          <p:spPr>
            <a:xfrm>
              <a:off x="5131164" y="134254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63C3D9C1-3B9E-2D68-12BC-E89240506721}"/>
                </a:ext>
              </a:extLst>
            </p:cNvPr>
            <p:cNvSpPr/>
            <p:nvPr/>
          </p:nvSpPr>
          <p:spPr>
            <a:xfrm>
              <a:off x="5039066" y="11693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E9151020-1E23-A914-7471-37D2CC75200C}"/>
                </a:ext>
              </a:extLst>
            </p:cNvPr>
            <p:cNvSpPr/>
            <p:nvPr/>
          </p:nvSpPr>
          <p:spPr>
            <a:xfrm>
              <a:off x="4973283" y="97305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</p:grpSp>
    </p:spTree>
    <p:extLst>
      <p:ext uri="{BB962C8B-B14F-4D97-AF65-F5344CB8AC3E}">
        <p14:creationId xmlns:p14="http://schemas.microsoft.com/office/powerpoint/2010/main" val="2528546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AF73-2774-B255-CE89-5E2D31B4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0925E07-56B4-97EC-BC9B-4873BEE07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249C9BD-9865-B705-FA0D-0F3C59BFCC5B}"/>
              </a:ext>
            </a:extLst>
          </p:cNvPr>
          <p:cNvCxnSpPr/>
          <p:nvPr/>
        </p:nvCxnSpPr>
        <p:spPr>
          <a:xfrm flipV="1">
            <a:off x="4302642" y="2870791"/>
            <a:ext cx="3600893" cy="11128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A5689229-A25F-FF40-2F3F-F318CE7B356A}"/>
              </a:ext>
            </a:extLst>
          </p:cNvPr>
          <p:cNvCxnSpPr/>
          <p:nvPr/>
        </p:nvCxnSpPr>
        <p:spPr>
          <a:xfrm>
            <a:off x="5103628" y="3607981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90CB679-F155-5053-3C5F-E78C7F0FD599}"/>
              </a:ext>
            </a:extLst>
          </p:cNvPr>
          <p:cNvCxnSpPr/>
          <p:nvPr/>
        </p:nvCxnSpPr>
        <p:spPr>
          <a:xfrm>
            <a:off x="5199321" y="3607981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AFA180C-760C-93CE-4BBD-DABEA5FF11D2}"/>
              </a:ext>
            </a:extLst>
          </p:cNvPr>
          <p:cNvCxnSpPr/>
          <p:nvPr/>
        </p:nvCxnSpPr>
        <p:spPr>
          <a:xfrm>
            <a:off x="6847367" y="3079898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FB0DE89E-0612-F203-EAF7-E5B1E4399308}"/>
              </a:ext>
            </a:extLst>
          </p:cNvPr>
          <p:cNvCxnSpPr/>
          <p:nvPr/>
        </p:nvCxnSpPr>
        <p:spPr>
          <a:xfrm>
            <a:off x="6950148" y="3019647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441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D3EAB-FF14-41B6-C486-E1DCF089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98D29E1-5E8E-83E3-36BE-DEBA1F0B8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04A18F2F-C0E2-809F-3782-29CE6B363CCB}"/>
              </a:ext>
            </a:extLst>
          </p:cNvPr>
          <p:cNvCxnSpPr>
            <a:cxnSpLocks/>
          </p:cNvCxnSpPr>
          <p:nvPr/>
        </p:nvCxnSpPr>
        <p:spPr>
          <a:xfrm flipV="1">
            <a:off x="1105786" y="3253563"/>
            <a:ext cx="10327758" cy="34733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611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881C0-FC29-4671-3D12-78049E4F0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0CFDC57-9BFE-B9EB-1353-D9050A1DE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5E05D6FD-1CE8-187E-C972-E47BDD9FC71C}"/>
              </a:ext>
            </a:extLst>
          </p:cNvPr>
          <p:cNvCxnSpPr>
            <a:cxnSpLocks/>
          </p:cNvCxnSpPr>
          <p:nvPr/>
        </p:nvCxnSpPr>
        <p:spPr>
          <a:xfrm flipH="1">
            <a:off x="6003851" y="304800"/>
            <a:ext cx="205563" cy="608891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54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23ED-63EB-B24A-13F3-499FF097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1C448EF-A175-B424-4ADF-7303998D0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BEB7F081-9E82-7118-3500-57A1D5C076F3}"/>
              </a:ext>
            </a:extLst>
          </p:cNvPr>
          <p:cNvCxnSpPr>
            <a:cxnSpLocks/>
          </p:cNvCxnSpPr>
          <p:nvPr/>
        </p:nvCxnSpPr>
        <p:spPr>
          <a:xfrm flipV="1">
            <a:off x="1268819" y="1920949"/>
            <a:ext cx="9540948" cy="306217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31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03F7-664F-3269-2E4D-3FB30D06C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9B84BE4-501F-65E6-004E-9C0427A63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C903C65C-E36A-FFF9-678C-1C909A2ED524}"/>
              </a:ext>
            </a:extLst>
          </p:cNvPr>
          <p:cNvGrpSpPr/>
          <p:nvPr/>
        </p:nvGrpSpPr>
        <p:grpSpPr>
          <a:xfrm rot="749992">
            <a:off x="4306584" y="297800"/>
            <a:ext cx="3586717" cy="6379535"/>
            <a:chOff x="4307764" y="379365"/>
            <a:chExt cx="3586717" cy="6379535"/>
          </a:xfrm>
        </p:grpSpPr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637F3D40-AF91-72C6-6017-5E92D3955445}"/>
                </a:ext>
              </a:extLst>
            </p:cNvPr>
            <p:cNvCxnSpPr>
              <a:cxnSpLocks/>
            </p:cNvCxnSpPr>
            <p:nvPr/>
          </p:nvCxnSpPr>
          <p:spPr>
            <a:xfrm rot="20850008" flipV="1">
              <a:off x="4307764" y="2979589"/>
              <a:ext cx="3586717" cy="108452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3D9A6040-DB8C-2F06-F066-9EBB9CCE7101}"/>
                </a:ext>
              </a:extLst>
            </p:cNvPr>
            <p:cNvCxnSpPr>
              <a:cxnSpLocks/>
            </p:cNvCxnSpPr>
            <p:nvPr/>
          </p:nvCxnSpPr>
          <p:spPr>
            <a:xfrm rot="20850008">
              <a:off x="4927589" y="379365"/>
              <a:ext cx="2346251" cy="637953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3F39EC62-083A-D12E-20F2-69CCCE410C0B}"/>
                </a:ext>
              </a:extLst>
            </p:cNvPr>
            <p:cNvCxnSpPr/>
            <p:nvPr/>
          </p:nvCxnSpPr>
          <p:spPr>
            <a:xfrm>
              <a:off x="5741670" y="3333750"/>
              <a:ext cx="110064" cy="1828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B76D9BA0-5540-85CF-CB0B-A79D12E5A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3570" y="3516630"/>
              <a:ext cx="148164" cy="914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3230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754EC-291E-E74F-B791-B297EA449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B5E0ED-C84A-B821-12A6-933838B69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B56EC604-43CE-5C2E-23FB-EBB3EC4F6361}"/>
              </a:ext>
            </a:extLst>
          </p:cNvPr>
          <p:cNvCxnSpPr>
            <a:cxnSpLocks/>
          </p:cNvCxnSpPr>
          <p:nvPr/>
        </p:nvCxnSpPr>
        <p:spPr>
          <a:xfrm flipV="1">
            <a:off x="4302642" y="2884967"/>
            <a:ext cx="3593805" cy="1077433"/>
          </a:xfrm>
          <a:prstGeom prst="line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72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BF3B-ECEC-DBD3-9B1B-E6C9D632D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01A525-7225-D1D5-D8EF-A1459198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2A232C2F-D116-0374-18ED-544AF7B7AD16}"/>
              </a:ext>
            </a:extLst>
          </p:cNvPr>
          <p:cNvCxnSpPr>
            <a:cxnSpLocks/>
          </p:cNvCxnSpPr>
          <p:nvPr/>
        </p:nvCxnSpPr>
        <p:spPr>
          <a:xfrm flipV="1">
            <a:off x="1899684" y="2083981"/>
            <a:ext cx="8626549" cy="2636875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876117B-8C93-FDE0-F95C-B8F5DBB63D53}"/>
              </a:ext>
            </a:extLst>
          </p:cNvPr>
          <p:cNvCxnSpPr>
            <a:cxnSpLocks/>
          </p:cNvCxnSpPr>
          <p:nvPr/>
        </p:nvCxnSpPr>
        <p:spPr>
          <a:xfrm>
            <a:off x="4926419" y="297712"/>
            <a:ext cx="2346251" cy="6379535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2B19C0A-9227-2807-8824-4D1ADD0D3875}"/>
              </a:ext>
            </a:extLst>
          </p:cNvPr>
          <p:cNvCxnSpPr>
            <a:cxnSpLocks/>
          </p:cNvCxnSpPr>
          <p:nvPr/>
        </p:nvCxnSpPr>
        <p:spPr>
          <a:xfrm>
            <a:off x="5799955" y="31799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9F1935F-A4F4-0163-78BA-B5EC93547FE6}"/>
              </a:ext>
            </a:extLst>
          </p:cNvPr>
          <p:cNvCxnSpPr>
            <a:cxnSpLocks/>
          </p:cNvCxnSpPr>
          <p:nvPr/>
        </p:nvCxnSpPr>
        <p:spPr>
          <a:xfrm flipH="1">
            <a:off x="5703385" y="33823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69E426FC-F62C-D94B-D07F-298FAEFBE13E}"/>
              </a:ext>
            </a:extLst>
          </p:cNvPr>
          <p:cNvSpPr/>
          <p:nvPr/>
        </p:nvSpPr>
        <p:spPr>
          <a:xfrm>
            <a:off x="4461185" y="3897099"/>
            <a:ext cx="81280" cy="723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7FFEFB8-6DF0-BF7C-5D18-C748EE85B08F}"/>
                  </a:ext>
                </a:extLst>
              </p:cNvPr>
              <p:cNvSpPr txBox="1"/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7FFEFB8-6DF0-BF7C-5D18-C748EE85B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Ellipse 17">
            <a:extLst>
              <a:ext uri="{FF2B5EF4-FFF2-40B4-BE49-F238E27FC236}">
                <a16:creationId xmlns:a16="http://schemas.microsoft.com/office/drawing/2014/main" id="{E90172CD-BF97-7649-C7C3-2FFD80154297}"/>
              </a:ext>
            </a:extLst>
          </p:cNvPr>
          <p:cNvSpPr/>
          <p:nvPr/>
        </p:nvSpPr>
        <p:spPr>
          <a:xfrm>
            <a:off x="7661422" y="2879918"/>
            <a:ext cx="81280" cy="723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64AEF4F8-0EC7-5C3D-74B0-7C50EA69F504}"/>
                  </a:ext>
                </a:extLst>
              </p:cNvPr>
              <p:cNvSpPr txBox="1"/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64AEF4F8-0EC7-5C3D-74B0-7C50EA69F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03918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BC2A-3ED8-15BC-F66D-5A4447BB9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BEA644-7BE0-AC24-81EA-CA7AEE8A8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05" y="0"/>
            <a:ext cx="80045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819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427D1-19C7-072B-0234-4C700A3BF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9C63027-72BF-9175-64C0-85E5E3D56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21" y="0"/>
            <a:ext cx="79725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9050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C520-FF8E-1E4A-AA92-7E9A01B6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9815126-2E99-6541-59D6-4307D420E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745" y="0"/>
            <a:ext cx="79805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7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244BA-575F-1330-18AE-CB4258532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87E2A42-25F1-7962-0E44-D04BC6A6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D55430F7-D9C4-BD00-1FAC-F7E852D7FA45}"/>
              </a:ext>
            </a:extLst>
          </p:cNvPr>
          <p:cNvCxnSpPr>
            <a:cxnSpLocks/>
          </p:cNvCxnSpPr>
          <p:nvPr/>
        </p:nvCxnSpPr>
        <p:spPr>
          <a:xfrm flipV="1">
            <a:off x="670560" y="325598"/>
            <a:ext cx="0" cy="62068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1EA69216-16B9-2CBB-79A7-72E6BC0D4CD6}"/>
              </a:ext>
            </a:extLst>
          </p:cNvPr>
          <p:cNvCxnSpPr>
            <a:cxnSpLocks/>
          </p:cNvCxnSpPr>
          <p:nvPr/>
        </p:nvCxnSpPr>
        <p:spPr>
          <a:xfrm>
            <a:off x="194510" y="6382352"/>
            <a:ext cx="1046185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9527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82369-9100-54AB-AEF6-3C53D2149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A16ABE0-C5D5-07AD-B266-23ED66EF1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3097A3B-3320-CDC3-40A2-6A141FA8A5D4}"/>
              </a:ext>
            </a:extLst>
          </p:cNvPr>
          <p:cNvCxnSpPr>
            <a:cxnSpLocks/>
          </p:cNvCxnSpPr>
          <p:nvPr/>
        </p:nvCxnSpPr>
        <p:spPr>
          <a:xfrm flipV="1">
            <a:off x="1899684" y="2083981"/>
            <a:ext cx="8626549" cy="263687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1E661794-FF93-638D-5FF2-5F02536B2066}"/>
              </a:ext>
            </a:extLst>
          </p:cNvPr>
          <p:cNvCxnSpPr>
            <a:cxnSpLocks/>
          </p:cNvCxnSpPr>
          <p:nvPr/>
        </p:nvCxnSpPr>
        <p:spPr>
          <a:xfrm flipH="1" flipV="1">
            <a:off x="5018567" y="382772"/>
            <a:ext cx="2161954" cy="618106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B93B74F4-4FAA-AD1F-B7B1-92805D267AF9}"/>
              </a:ext>
            </a:extLst>
          </p:cNvPr>
          <p:cNvCxnSpPr>
            <a:cxnSpLocks/>
          </p:cNvCxnSpPr>
          <p:nvPr/>
        </p:nvCxnSpPr>
        <p:spPr>
          <a:xfrm>
            <a:off x="5799955" y="31799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7C3F945-B3AF-5059-B487-77CEB376368D}"/>
              </a:ext>
            </a:extLst>
          </p:cNvPr>
          <p:cNvCxnSpPr>
            <a:cxnSpLocks/>
          </p:cNvCxnSpPr>
          <p:nvPr/>
        </p:nvCxnSpPr>
        <p:spPr>
          <a:xfrm flipH="1">
            <a:off x="5703385" y="33823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9ECA43F2-0A21-61BF-F96E-58A513AB1786}"/>
              </a:ext>
            </a:extLst>
          </p:cNvPr>
          <p:cNvSpPr/>
          <p:nvPr/>
        </p:nvSpPr>
        <p:spPr>
          <a:xfrm>
            <a:off x="4447009" y="3897099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390D9F6-4162-EE86-698C-D54D84F31D73}"/>
                  </a:ext>
                </a:extLst>
              </p:cNvPr>
              <p:cNvSpPr txBox="1"/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390D9F6-4162-EE86-698C-D54D84F31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llipse 12">
            <a:extLst>
              <a:ext uri="{FF2B5EF4-FFF2-40B4-BE49-F238E27FC236}">
                <a16:creationId xmlns:a16="http://schemas.microsoft.com/office/drawing/2014/main" id="{4D93C1C8-DDC8-5F54-B1A1-6882899C85C6}"/>
              </a:ext>
            </a:extLst>
          </p:cNvPr>
          <p:cNvSpPr/>
          <p:nvPr/>
        </p:nvSpPr>
        <p:spPr>
          <a:xfrm>
            <a:off x="7661422" y="2901182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6077C3D-9737-38A8-7101-04DC3C13DE0D}"/>
                  </a:ext>
                </a:extLst>
              </p:cNvPr>
              <p:cNvSpPr txBox="1"/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6077C3D-9737-38A8-7101-04DC3C13D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5837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1673F-0B09-3768-FC12-7AEA465C5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6F50D16-1B67-7DDB-9D43-970C6F05C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70503">
            <a:off x="891172" y="0"/>
            <a:ext cx="104096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9A499306-95D5-8D8B-2626-B0156E0C3047}"/>
              </a:ext>
            </a:extLst>
          </p:cNvPr>
          <p:cNvCxnSpPr>
            <a:cxnSpLocks/>
          </p:cNvCxnSpPr>
          <p:nvPr/>
        </p:nvCxnSpPr>
        <p:spPr>
          <a:xfrm rot="1070503" flipV="1">
            <a:off x="1902203" y="2121094"/>
            <a:ext cx="8626549" cy="263687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B9624859-6DE5-D4B9-FB1E-37A8A6761817}"/>
              </a:ext>
            </a:extLst>
          </p:cNvPr>
          <p:cNvCxnSpPr>
            <a:cxnSpLocks/>
          </p:cNvCxnSpPr>
          <p:nvPr/>
        </p:nvCxnSpPr>
        <p:spPr>
          <a:xfrm rot="1070503" flipH="1" flipV="1">
            <a:off x="5004823" y="381727"/>
            <a:ext cx="2161954" cy="618106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E9DC0C22-4208-A140-4E9D-E2A0E631C7AE}"/>
              </a:ext>
            </a:extLst>
          </p:cNvPr>
          <p:cNvCxnSpPr>
            <a:cxnSpLocks/>
          </p:cNvCxnSpPr>
          <p:nvPr/>
        </p:nvCxnSpPr>
        <p:spPr>
          <a:xfrm rot="1070503">
            <a:off x="5857860" y="3106769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25A88312-788D-8940-1595-999698876755}"/>
              </a:ext>
            </a:extLst>
          </p:cNvPr>
          <p:cNvCxnSpPr>
            <a:cxnSpLocks/>
          </p:cNvCxnSpPr>
          <p:nvPr/>
        </p:nvCxnSpPr>
        <p:spPr>
          <a:xfrm rot="1070503" flipH="1">
            <a:off x="5723848" y="3288101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F6A9AE29-E508-E3B4-A943-8C25B03291D6}"/>
              </a:ext>
            </a:extLst>
          </p:cNvPr>
          <p:cNvSpPr/>
          <p:nvPr/>
        </p:nvSpPr>
        <p:spPr>
          <a:xfrm rot="1070503">
            <a:off x="4369850" y="3380066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E95C98A9-64D4-53EC-5F70-0ECFF0871328}"/>
                  </a:ext>
                </a:extLst>
              </p:cNvPr>
              <p:cNvSpPr txBox="1"/>
              <p:nvPr/>
            </p:nvSpPr>
            <p:spPr>
              <a:xfrm rot="1070503">
                <a:off x="4311330" y="2585140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E95C98A9-64D4-53EC-5F70-0ECFF0871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70503">
                <a:off x="4311330" y="2585140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llipse 12">
            <a:extLst>
              <a:ext uri="{FF2B5EF4-FFF2-40B4-BE49-F238E27FC236}">
                <a16:creationId xmlns:a16="http://schemas.microsoft.com/office/drawing/2014/main" id="{37E088F7-BE32-1AFA-7ACF-DE238EE4EAC8}"/>
              </a:ext>
            </a:extLst>
          </p:cNvPr>
          <p:cNvSpPr/>
          <p:nvPr/>
        </p:nvSpPr>
        <p:spPr>
          <a:xfrm rot="1070503">
            <a:off x="7734809" y="3416905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4CBD8408-9CA3-C707-20C6-7BA11B80D3CB}"/>
                  </a:ext>
                </a:extLst>
              </p:cNvPr>
              <p:cNvSpPr txBox="1"/>
              <p:nvPr/>
            </p:nvSpPr>
            <p:spPr>
              <a:xfrm rot="1070503">
                <a:off x="7342122" y="238261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4CBD8408-9CA3-C707-20C6-7BA11B80D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70503">
                <a:off x="7342122" y="2382619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9181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6CF4-B422-5558-3251-97169BFB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F395707-7EF8-C29D-C5BD-29A542C35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4374"/>
            <a:ext cx="12192000" cy="624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3919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1A1A-6603-A07F-2E79-A42EF84F2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B0ED70B-232F-3B61-41FD-43FE3A13A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2403"/>
            <a:ext cx="12192000" cy="491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6614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C8F8-0938-780E-AC29-2730001F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2E9743A-F8D9-69F3-D2CA-750B0167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2414"/>
            <a:ext cx="12192000" cy="611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70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1B18-755D-1641-D44E-8C67D87BE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5C13C0A-C3F9-180B-A791-2377FBFE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512" y="523875"/>
            <a:ext cx="7038975" cy="581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095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E3CD-2CDB-64AF-765C-82D9A80F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278F8CF6-0765-7248-2144-3159FA7E0C48}"/>
              </a:ext>
            </a:extLst>
          </p:cNvPr>
          <p:cNvSpPr txBox="1">
            <a:spLocks/>
          </p:cNvSpPr>
          <p:nvPr/>
        </p:nvSpPr>
        <p:spPr>
          <a:xfrm>
            <a:off x="838200" y="119409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BE" dirty="0"/>
              <a:t>Et quand </a:t>
            </a:r>
            <a:r>
              <a:rPr lang="el-GR" dirty="0"/>
              <a:t>ε</a:t>
            </a:r>
            <a:r>
              <a:rPr lang="fr-BE" dirty="0"/>
              <a:t> varie ?</a:t>
            </a:r>
            <a:endParaRPr lang="fr-BE" dirty="0">
              <a:hlinkClick r:id="rId2"/>
            </a:endParaRPr>
          </a:p>
          <a:p>
            <a:endParaRPr lang="fr-BE" dirty="0">
              <a:hlinkClick r:id="rId2"/>
            </a:endParaRPr>
          </a:p>
          <a:p>
            <a:r>
              <a:rPr lang="fr-BE" dirty="0">
                <a:hlinkClick r:id="rId3"/>
              </a:rPr>
              <a:t>https://www.geogebra.org/graphing/kwezrduj</a:t>
            </a:r>
            <a:r>
              <a:rPr lang="fr-BE" dirty="0"/>
              <a:t>  </a:t>
            </a:r>
            <a:endParaRPr lang="fr-BE" dirty="0"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17391219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DB27D-BB86-16AB-8C01-FF87D14A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A2C8C7-4E0C-875B-A3E9-9C9B7258D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" y="938212"/>
            <a:ext cx="11972925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0028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1C35-BA82-56B6-CE39-F858B82D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E632BB3-00E4-36DD-25A2-2AF8AADEF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07" y="0"/>
            <a:ext cx="6925817" cy="68580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AFF92CA-07CE-828B-BE2C-2DF087812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424" y="0"/>
            <a:ext cx="5284575" cy="284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806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DE021-1420-6FD0-A343-E8CB91C3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161C5EF-75B8-7108-3F09-47EA60A20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0031"/>
            <a:ext cx="12192000" cy="138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796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4EA09-6F50-BA57-E66C-E61B11AC6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7B4415F-B2D5-0337-2432-A2FA1F786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5675"/>
            <a:ext cx="12192000" cy="242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82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615A-D054-269C-11C2-7A2A769A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A0DF54B-7084-F0EE-E2A3-B65D26FDA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7991"/>
            <a:ext cx="12192000" cy="24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277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AE05-0C93-C729-0CCE-DAF59E295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3534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8A87-04F5-2FDB-AFE4-1D4A434D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03082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35A36-D252-727B-7C0B-70A90B93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48543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B947B-7F99-7AA2-07C1-0EBDAF7BD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18771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E6087-67CE-1E08-D54F-82AAD52FD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4046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8D8E-F07E-91BC-6847-BCFC53EF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0708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A340A-9EB4-C7F7-633F-1F6E5AB8A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19546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3A0E9-D9D6-ADC0-66FE-53E966D3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211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E89CD-46C8-9DB1-D626-CAD67764D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97324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F33E9-8C4E-83A1-9B65-EAA65A42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23832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360B9-5752-3CFF-82F1-FEF13C681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6466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05B47-3F1A-B291-9DE8-987EA7401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16602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D90B0-A78C-6DA6-EFED-8DCF14ED0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2577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D3EDE-AA6B-7D36-B744-D76014E46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1234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CDC9-8FDA-1C1C-0838-925F9B037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4621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FF0F4-D703-6412-815A-F04506713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66691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7CBD-91C0-8088-76A7-B9219F855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027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</Words>
  <Application>Microsoft Office PowerPoint</Application>
  <PresentationFormat>Grand écran</PresentationFormat>
  <Paragraphs>10</Paragraphs>
  <Slides>56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56</vt:i4>
      </vt:variant>
    </vt:vector>
  </HeadingPairs>
  <TitlesOfParts>
    <vt:vector size="62" baseType="lpstr">
      <vt:lpstr>Aptos</vt:lpstr>
      <vt:lpstr>Aptos Display</vt:lpstr>
      <vt:lpstr>Arial</vt:lpstr>
      <vt:lpstr>Cambria Math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Hyperbole  Approche bifocale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Minh-Phuong Tran</dc:creator>
  <cp:lastModifiedBy>Minh-Phuong Tran</cp:lastModifiedBy>
  <cp:revision>1</cp:revision>
  <dcterms:created xsi:type="dcterms:W3CDTF">2026-03-08T22:01:18Z</dcterms:created>
  <dcterms:modified xsi:type="dcterms:W3CDTF">2026-03-08T23:00:06Z</dcterms:modified>
</cp:coreProperties>
</file>