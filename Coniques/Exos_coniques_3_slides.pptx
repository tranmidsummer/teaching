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" Type="http://schemas.openxmlformats.org/officeDocument/2006/relationships/presProps" Target="presProps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" Type="http://schemas.openxmlformats.org/officeDocument/2006/relationships/viewProps" Target="viewProps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" Type="http://schemas.openxmlformats.org/officeDocument/2006/relationships/theme" Target="theme/them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" Type="http://schemas.openxmlformats.org/officeDocument/2006/relationships/tableStyles" Target="tableStyles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" Type="http://schemas.openxmlformats.org/officeDocument/2006/relationships/slide" Target="slides/slide1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" Type="http://schemas.openxmlformats.org/officeDocument/2006/relationships/slide" Target="slides/slide2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" Type="http://schemas.openxmlformats.org/officeDocument/2006/relationships/image" Target="../media/image7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9" Type="http://schemas.openxmlformats.org/officeDocument/2006/relationships/image" Target="../media/image9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2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3" Type="http://schemas.openxmlformats.org/officeDocument/2006/relationships/image" Target="../media/image1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5" Type="http://schemas.openxmlformats.org/officeDocument/2006/relationships/image" Target="../media/image15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6" Type="http://schemas.openxmlformats.org/officeDocument/2006/relationships/image" Target="../media/image16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7" Type="http://schemas.openxmlformats.org/officeDocument/2006/relationships/image" Target="../media/image17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8" Type="http://schemas.openxmlformats.org/officeDocument/2006/relationships/image" Target="../media/image18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9" Type="http://schemas.openxmlformats.org/officeDocument/2006/relationships/image" Target="../media/image1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0" Type="http://schemas.openxmlformats.org/officeDocument/2006/relationships/image" Target="../media/image20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1" Type="http://schemas.openxmlformats.org/officeDocument/2006/relationships/image" Target="../media/image21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2" Type="http://schemas.openxmlformats.org/officeDocument/2006/relationships/image" Target="../media/image22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3" Type="http://schemas.openxmlformats.org/officeDocument/2006/relationships/image" Target="../media/image23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4" Type="http://schemas.openxmlformats.org/officeDocument/2006/relationships/image" Target="../media/image24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5" Type="http://schemas.openxmlformats.org/officeDocument/2006/relationships/image" Target="../media/image25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6" Type="http://schemas.openxmlformats.org/officeDocument/2006/relationships/image" Target="../media/image26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7" Type="http://schemas.openxmlformats.org/officeDocument/2006/relationships/image" Target="../media/image27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8" Type="http://schemas.openxmlformats.org/officeDocument/2006/relationships/image" Target="../media/image28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9" Type="http://schemas.openxmlformats.org/officeDocument/2006/relationships/image" Target="../media/image29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0" Type="http://schemas.openxmlformats.org/officeDocument/2006/relationships/image" Target="../media/image30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1" Type="http://schemas.openxmlformats.org/officeDocument/2006/relationships/image" Target="../media/image31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2" Type="http://schemas.openxmlformats.org/officeDocument/2006/relationships/image" Target="../media/image32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3" Type="http://schemas.openxmlformats.org/officeDocument/2006/relationships/image" Target="../media/image33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4" Type="http://schemas.openxmlformats.org/officeDocument/2006/relationships/image" Target="../media/image34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5" Type="http://schemas.openxmlformats.org/officeDocument/2006/relationships/image" Target="../media/image35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6" Type="http://schemas.openxmlformats.org/officeDocument/2006/relationships/image" Target="../media/image36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7" Type="http://schemas.openxmlformats.org/officeDocument/2006/relationships/image" Target="../media/image37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8" Type="http://schemas.openxmlformats.org/officeDocument/2006/relationships/image" Target="../media/image38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39" Type="http://schemas.openxmlformats.org/officeDocument/2006/relationships/image" Target="../media/image39.png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0" Type="http://schemas.openxmlformats.org/officeDocument/2006/relationships/image" Target="../media/image40.png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1" Type="http://schemas.openxmlformats.org/officeDocument/2006/relationships/image" Target="../media/image41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2" Type="http://schemas.openxmlformats.org/officeDocument/2006/relationships/image" Target="../media/image42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3" Type="http://schemas.openxmlformats.org/officeDocument/2006/relationships/image" Target="../media/image43.png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4" Type="http://schemas.openxmlformats.org/officeDocument/2006/relationships/image" Target="../media/image44.png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5" Type="http://schemas.openxmlformats.org/officeDocument/2006/relationships/image" Target="../media/image45.png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6" Type="http://schemas.openxmlformats.org/officeDocument/2006/relationships/image" Target="../media/image46.png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7" Type="http://schemas.openxmlformats.org/officeDocument/2006/relationships/image" Target="../media/image47.png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8" Type="http://schemas.openxmlformats.org/officeDocument/2006/relationships/image" Target="../media/image48.png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9" Type="http://schemas.openxmlformats.org/officeDocument/2006/relationships/image" Target="../media/image49.png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0" Type="http://schemas.openxmlformats.org/officeDocument/2006/relationships/image" Target="../media/image50.png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1" Type="http://schemas.openxmlformats.org/officeDocument/2006/relationships/image" Target="../media/image51.png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2" Type="http://schemas.openxmlformats.org/officeDocument/2006/relationships/image" Target="../media/image52.png"/></Relationships>
</file>

<file path=ppt/slides/_rels/slide5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3" Type="http://schemas.openxmlformats.org/officeDocument/2006/relationships/image" Target="../media/image53.png"/></Relationships>
</file>

<file path=ppt/slides/_rels/slide5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4" Type="http://schemas.openxmlformats.org/officeDocument/2006/relationships/image" Target="../media/image54.png"/></Relationships>
</file>

<file path=ppt/slides/_rels/slide5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5" Type="http://schemas.openxmlformats.org/officeDocument/2006/relationships/image" Target="../media/image55.png"/></Relationships>
</file>

<file path=ppt/slides/_rels/slide5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6" Type="http://schemas.openxmlformats.org/officeDocument/2006/relationships/image" Target="../media/image56.png"/></Relationships>
</file>

<file path=ppt/slides/_rels/slide5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7" Type="http://schemas.openxmlformats.org/officeDocument/2006/relationships/image" Target="../media/image57.png"/></Relationships>
</file>

<file path=ppt/slides/_rels/slide5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8" Type="http://schemas.openxmlformats.org/officeDocument/2006/relationships/image" Target="../media/image58.png"/></Relationships>
</file>

<file path=ppt/slides/_rels/slide5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59" Type="http://schemas.openxmlformats.org/officeDocument/2006/relationships/image" Target="../media/image59.png"/></Relationships>
</file>

<file path=ppt/slides/_rels/slide5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0" Type="http://schemas.openxmlformats.org/officeDocument/2006/relationships/image" Target="../media/image60.png"/></Relationships>
</file>

<file path=ppt/slides/_rels/slide6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1" Type="http://schemas.openxmlformats.org/officeDocument/2006/relationships/image" Target="../media/image61.png"/></Relationships>
</file>

<file path=ppt/slides/_rels/slide6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2" Type="http://schemas.openxmlformats.org/officeDocument/2006/relationships/image" Target="../media/image62.png"/></Relationships>
</file>

<file path=ppt/slides/_rels/slide6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3" Type="http://schemas.openxmlformats.org/officeDocument/2006/relationships/image" Target="../media/image63.png"/></Relationships>
</file>

<file path=ppt/slides/_rels/slide6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4" Type="http://schemas.openxmlformats.org/officeDocument/2006/relationships/image" Target="../media/image64.png"/></Relationships>
</file>

<file path=ppt/slides/_rels/slide6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5" Type="http://schemas.openxmlformats.org/officeDocument/2006/relationships/image" Target="../media/image65.png"/></Relationships>
</file>

<file path=ppt/slides/_rels/slide6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6" Type="http://schemas.openxmlformats.org/officeDocument/2006/relationships/image" Target="../media/image66.png"/></Relationships>
</file>

<file path=ppt/slides/_rels/slide6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8" Type="http://schemas.openxmlformats.org/officeDocument/2006/relationships/image" Target="../media/image68.png"/><Relationship Id="rId69" Type="http://schemas.openxmlformats.org/officeDocument/2006/relationships/image" Target="../media/image69.png"/></Relationships>
</file>

<file path=ppt/slides/_rels/slide6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1" Type="http://schemas.openxmlformats.org/officeDocument/2006/relationships/image" Target="../media/image71.png"/><Relationship Id="rId72" Type="http://schemas.openxmlformats.org/officeDocument/2006/relationships/image" Target="../media/image72.png"/></Relationships>
</file>

<file path=ppt/slides/_rels/slide6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4" Type="http://schemas.openxmlformats.org/officeDocument/2006/relationships/image" Target="../media/image74.png"/><Relationship Id="rId75" Type="http://schemas.openxmlformats.org/officeDocument/2006/relationships/image" Target="../media/image75.png"/></Relationships>
</file>

<file path=ppt/slides/_rels/slide6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7" Type="http://schemas.openxmlformats.org/officeDocument/2006/relationships/image" Target="../media/image77.png"/></Relationships>
</file>

<file path=ppt/slides/_rels/slide7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8" Type="http://schemas.openxmlformats.org/officeDocument/2006/relationships/image" Target="../media/image78.png"/></Relationships>
</file>

<file path=ppt/slides/_rels/slide7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79" Type="http://schemas.openxmlformats.org/officeDocument/2006/relationships/image" Target="../media/image7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9" id="9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1" id="1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5" id="15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7" id="17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8" id="18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9" id="19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0" id="20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1" id="21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2" id="22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3" id="23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4" id="24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5" id="25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6" id="2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7" id="2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8" id="2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9" id="29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0" id="30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1" id="31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2" id="32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3" id="33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4" id="34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5" id="35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6" id="36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7" id="37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8" id="38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39" id="39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0" id="40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1" id="41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2" id="42"/>
          <p:cNvPicPr>
            <a:picLocks noChangeAspect="true"/>
          </p:cNvPicPr>
          <p:nvPr/>
        </p:nvPicPr>
        <p:blipFill>
          <a:blip r:embed="rId4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3" id="43"/>
          <p:cNvPicPr>
            <a:picLocks noChangeAspect="true"/>
          </p:cNvPicPr>
          <p:nvPr/>
        </p:nvPicPr>
        <p:blipFill>
          <a:blip r:embed="rId4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4" id="44"/>
          <p:cNvPicPr>
            <a:picLocks noChangeAspect="true"/>
          </p:cNvPicPr>
          <p:nvPr/>
        </p:nvPicPr>
        <p:blipFill>
          <a:blip r:embed="rId44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5" id="45"/>
          <p:cNvPicPr>
            <a:picLocks noChangeAspect="true"/>
          </p:cNvPicPr>
          <p:nvPr/>
        </p:nvPicPr>
        <p:blipFill>
          <a:blip r:embed="rId4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6" id="46"/>
          <p:cNvPicPr>
            <a:picLocks noChangeAspect="true"/>
          </p:cNvPicPr>
          <p:nvPr/>
        </p:nvPicPr>
        <p:blipFill>
          <a:blip r:embed="rId46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7" id="47"/>
          <p:cNvPicPr>
            <a:picLocks noChangeAspect="true"/>
          </p:cNvPicPr>
          <p:nvPr/>
        </p:nvPicPr>
        <p:blipFill>
          <a:blip r:embed="rId47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8" id="48"/>
          <p:cNvPicPr>
            <a:picLocks noChangeAspect="true"/>
          </p:cNvPicPr>
          <p:nvPr/>
        </p:nvPicPr>
        <p:blipFill>
          <a:blip r:embed="rId48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9" id="49"/>
          <p:cNvPicPr>
            <a:picLocks noChangeAspect="true"/>
          </p:cNvPicPr>
          <p:nvPr/>
        </p:nvPicPr>
        <p:blipFill>
          <a:blip r:embed="rId49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0" id="50"/>
          <p:cNvPicPr>
            <a:picLocks noChangeAspect="true"/>
          </p:cNvPicPr>
          <p:nvPr/>
        </p:nvPicPr>
        <p:blipFill>
          <a:blip r:embed="rId50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1" id="51"/>
          <p:cNvPicPr>
            <a:picLocks noChangeAspect="true"/>
          </p:cNvPicPr>
          <p:nvPr/>
        </p:nvPicPr>
        <p:blipFill>
          <a:blip r:embed="rId51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2" id="52"/>
          <p:cNvPicPr>
            <a:picLocks noChangeAspect="true"/>
          </p:cNvPicPr>
          <p:nvPr/>
        </p:nvPicPr>
        <p:blipFill>
          <a:blip r:embed="rId5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3" id="53"/>
          <p:cNvPicPr>
            <a:picLocks noChangeAspect="true"/>
          </p:cNvPicPr>
          <p:nvPr/>
        </p:nvPicPr>
        <p:blipFill>
          <a:blip r:embed="rId5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4" id="54"/>
          <p:cNvPicPr>
            <a:picLocks noChangeAspect="true"/>
          </p:cNvPicPr>
          <p:nvPr/>
        </p:nvPicPr>
        <p:blipFill>
          <a:blip r:embed="rId54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5" id="55"/>
          <p:cNvPicPr>
            <a:picLocks noChangeAspect="true"/>
          </p:cNvPicPr>
          <p:nvPr/>
        </p:nvPicPr>
        <p:blipFill>
          <a:blip r:embed="rId5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6" id="56"/>
          <p:cNvPicPr>
            <a:picLocks noChangeAspect="true"/>
          </p:cNvPicPr>
          <p:nvPr/>
        </p:nvPicPr>
        <p:blipFill>
          <a:blip r:embed="rId56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7" id="57"/>
          <p:cNvPicPr>
            <a:picLocks noChangeAspect="true"/>
          </p:cNvPicPr>
          <p:nvPr/>
        </p:nvPicPr>
        <p:blipFill>
          <a:blip r:embed="rId57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8" id="58"/>
          <p:cNvPicPr>
            <a:picLocks noChangeAspect="true"/>
          </p:cNvPicPr>
          <p:nvPr/>
        </p:nvPicPr>
        <p:blipFill>
          <a:blip r:embed="rId58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59" id="59"/>
          <p:cNvPicPr>
            <a:picLocks noChangeAspect="true"/>
          </p:cNvPicPr>
          <p:nvPr/>
        </p:nvPicPr>
        <p:blipFill>
          <a:blip r:embed="rId59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0" id="60"/>
          <p:cNvPicPr>
            <a:picLocks noChangeAspect="true"/>
          </p:cNvPicPr>
          <p:nvPr/>
        </p:nvPicPr>
        <p:blipFill>
          <a:blip r:embed="rId60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1" id="61"/>
          <p:cNvPicPr>
            <a:picLocks noChangeAspect="true"/>
          </p:cNvPicPr>
          <p:nvPr/>
        </p:nvPicPr>
        <p:blipFill>
          <a:blip r:embed="rId61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2" id="62"/>
          <p:cNvPicPr>
            <a:picLocks noChangeAspect="true"/>
          </p:cNvPicPr>
          <p:nvPr/>
        </p:nvPicPr>
        <p:blipFill>
          <a:blip r:embed="rId6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3" id="63"/>
          <p:cNvPicPr>
            <a:picLocks noChangeAspect="true"/>
          </p:cNvPicPr>
          <p:nvPr/>
        </p:nvPicPr>
        <p:blipFill>
          <a:blip r:embed="rId63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4" id="64"/>
          <p:cNvPicPr>
            <a:picLocks noChangeAspect="true"/>
          </p:cNvPicPr>
          <p:nvPr/>
        </p:nvPicPr>
        <p:blipFill>
          <a:blip r:embed="rId64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5" id="65"/>
          <p:cNvPicPr>
            <a:picLocks noChangeAspect="true"/>
          </p:cNvPicPr>
          <p:nvPr/>
        </p:nvPicPr>
        <p:blipFill>
          <a:blip r:embed="rId6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6" id="66"/>
          <p:cNvPicPr>
            <a:picLocks noChangeAspect="true"/>
          </p:cNvPicPr>
          <p:nvPr/>
        </p:nvPicPr>
        <p:blipFill>
          <a:blip r:embed="rId66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0" y="3733800"/>
            <a:ext cx="23749000" cy="13322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2600">
                <a:solidFill>
                  <a:srgbClr val="252525"/>
                </a:solidFill>
              </a:rPr>
              <a:t/>
            </a:r>
          </a:p>
        </p:txBody>
      </p:sp>
      <p:pic>
        <p:nvPicPr>
          <p:cNvPr name="Picture 68" id="68"/>
          <p:cNvPicPr>
            <a:picLocks noChangeAspect="true"/>
          </p:cNvPicPr>
          <p:nvPr/>
        </p:nvPicPr>
        <p:blipFill>
          <a:blip r:embed="rId68"/>
          <a:stretch>
            <a:fillRect/>
          </a:stretch>
        </p:blipFill>
        <p:spPr>
          <a:xfrm>
            <a:off x="736600" y="3479800"/>
            <a:ext cx="9791700" cy="9283700"/>
          </a:xfrm>
          <a:prstGeom prst="rect">
            <a:avLst/>
          </a:prstGeom>
        </p:spPr>
      </p:pic>
      <p:pic>
        <p:nvPicPr>
          <p:cNvPr name="Picture 69" id="69"/>
          <p:cNvPicPr>
            <a:picLocks noChangeAspect="true"/>
          </p:cNvPicPr>
          <p:nvPr/>
        </p:nvPicPr>
        <p:blipFill>
          <a:blip r:embed="rId69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0" y="3733800"/>
            <a:ext cx="23749000" cy="13322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2600">
                <a:solidFill>
                  <a:srgbClr val="252525"/>
                </a:solidFill>
              </a:rPr>
              <a:t/>
            </a:r>
          </a:p>
        </p:txBody>
      </p:sp>
      <p:pic>
        <p:nvPicPr>
          <p:cNvPr name="Picture 71" id="71"/>
          <p:cNvPicPr>
            <a:picLocks noChangeAspect="true"/>
          </p:cNvPicPr>
          <p:nvPr/>
        </p:nvPicPr>
        <p:blipFill>
          <a:blip r:embed="rId71"/>
          <a:stretch>
            <a:fillRect/>
          </a:stretch>
        </p:blipFill>
        <p:spPr>
          <a:xfrm>
            <a:off x="736600" y="3479800"/>
            <a:ext cx="9791700" cy="9283700"/>
          </a:xfrm>
          <a:prstGeom prst="rect">
            <a:avLst/>
          </a:prstGeom>
        </p:spPr>
      </p:pic>
      <p:pic>
        <p:nvPicPr>
          <p:cNvPr name="Picture 72" id="72"/>
          <p:cNvPicPr>
            <a:picLocks noChangeAspect="true"/>
          </p:cNvPicPr>
          <p:nvPr/>
        </p:nvPicPr>
        <p:blipFill>
          <a:blip r:embed="rId72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0" y="3733800"/>
            <a:ext cx="23749000" cy="133223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2600">
                <a:solidFill>
                  <a:srgbClr val="252525"/>
                </a:solidFill>
              </a:rPr>
              <a:t/>
            </a:r>
          </a:p>
        </p:txBody>
      </p:sp>
      <p:pic>
        <p:nvPicPr>
          <p:cNvPr name="Picture 74" id="74"/>
          <p:cNvPicPr>
            <a:picLocks noChangeAspect="true"/>
          </p:cNvPicPr>
          <p:nvPr/>
        </p:nvPicPr>
        <p:blipFill>
          <a:blip r:embed="rId74"/>
          <a:stretch>
            <a:fillRect/>
          </a:stretch>
        </p:blipFill>
        <p:spPr>
          <a:xfrm>
            <a:off x="736600" y="3479800"/>
            <a:ext cx="9791700" cy="9283700"/>
          </a:xfrm>
          <a:prstGeom prst="rect">
            <a:avLst/>
          </a:prstGeom>
        </p:spPr>
      </p:pic>
      <p:pic>
        <p:nvPicPr>
          <p:cNvPr name="Picture 75" id="75"/>
          <p:cNvPicPr>
            <a:picLocks noChangeAspect="true"/>
          </p:cNvPicPr>
          <p:nvPr/>
        </p:nvPicPr>
        <p:blipFill>
          <a:blip r:embed="rId75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1" id="2"/>
          <p:cNvSpPr txBox="true"/>
          <p:nvPr/>
        </p:nvSpPr>
        <p:spPr>
          <a:xfrm>
            <a:off x="0" y="9779000"/>
            <a:ext cx="23749000" cy="72771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2600">
                <a:solidFill>
                  <a:srgbClr val="252525"/>
                </a:solidFill>
              </a:rPr>
              <a:t>https://www.geogebra.org/graphing/yvxx8dcf</a:t>
            </a:r>
          </a:p>
        </p:txBody>
      </p:sp>
      <p:pic>
        <p:nvPicPr>
          <p:cNvPr name="Picture 77" id="77"/>
          <p:cNvPicPr>
            <a:picLocks noChangeAspect="true"/>
          </p:cNvPicPr>
          <p:nvPr/>
        </p:nvPicPr>
        <p:blipFill>
          <a:blip r:embed="rId77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8" id="78"/>
          <p:cNvPicPr>
            <a:picLocks noChangeAspect="true"/>
          </p:cNvPicPr>
          <p:nvPr/>
        </p:nvPicPr>
        <p:blipFill>
          <a:blip r:embed="rId78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79" id="79"/>
          <p:cNvPicPr>
            <a:picLocks noChangeAspect="true"/>
          </p:cNvPicPr>
          <p:nvPr/>
        </p:nvPicPr>
        <p:blipFill>
          <a:blip r:embed="rId79"/>
          <a:stretch>
            <a:fillRect/>
          </a:stretch>
        </p:blipFill>
        <p:spPr>
          <a:xfrm>
            <a:off x="0" y="0"/>
            <a:ext cx="23749000" cy="16802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