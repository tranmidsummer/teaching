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8" d="100"/>
          <a:sy n="48" d="100"/>
        </p:scale>
        <p:origin x="157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55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Picture 5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6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733800"/>
            <a:ext cx="23749000" cy="13322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69" name="Pictur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3479800"/>
            <a:ext cx="9791700" cy="92837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733800"/>
            <a:ext cx="23749000" cy="13322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72" name="Picture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3479800"/>
            <a:ext cx="9791700" cy="9283700"/>
          </a:xfrm>
          <a:prstGeom prst="rect">
            <a:avLst/>
          </a:prstGeom>
        </p:spPr>
      </p:pic>
      <p:pic>
        <p:nvPicPr>
          <p:cNvPr id="73" name="Picture 7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733800"/>
            <a:ext cx="23749000" cy="13322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75" name="Picture 7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3479800"/>
            <a:ext cx="9791700" cy="928370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09800"/>
            <a:ext cx="23749000" cy="14846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968500"/>
            <a:ext cx="9588500" cy="9791700"/>
          </a:xfrm>
          <a:prstGeom prst="rect">
            <a:avLst/>
          </a:prstGeom>
        </p:spPr>
      </p:pic>
      <p:pic>
        <p:nvPicPr>
          <p:cNvPr id="79" name="Picture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09800"/>
            <a:ext cx="23749000" cy="14846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81" name="Picture 8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968500"/>
            <a:ext cx="9588500" cy="9791700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971800"/>
            <a:ext cx="23749000" cy="14084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730500"/>
            <a:ext cx="9791700" cy="9715500"/>
          </a:xfrm>
          <a:prstGeom prst="rect">
            <a:avLst/>
          </a:prstGeom>
        </p:spPr>
      </p:pic>
      <p:pic>
        <p:nvPicPr>
          <p:cNvPr id="85" name="Picture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971800"/>
            <a:ext cx="23749000" cy="14084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87" name="Picture 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730500"/>
            <a:ext cx="9791700" cy="9715500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971800"/>
            <a:ext cx="23749000" cy="14084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730500"/>
            <a:ext cx="9791700" cy="9715500"/>
          </a:xfrm>
          <a:prstGeom prst="rect">
            <a:avLst/>
          </a:prstGeom>
        </p:spPr>
      </p:pic>
      <p:pic>
        <p:nvPicPr>
          <p:cNvPr id="91" name="Picture 9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971800"/>
            <a:ext cx="23749000" cy="14084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93" name="Picture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730500"/>
            <a:ext cx="9791700" cy="9715500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971800"/>
            <a:ext cx="23749000" cy="14084300"/>
          </a:xfrm>
          <a:prstGeom prst="rect">
            <a:avLst/>
          </a:prstGeom>
        </p:spPr>
        <p:txBody>
          <a:bodyPr rtlCol="0" anchor="t"/>
          <a:lstStyle/>
          <a:p>
            <a:pPr algn="l"/>
            <a:endParaRPr lang="en-US" sz="1100"/>
          </a:p>
          <a:p>
            <a:endParaRPr lang="en-US" sz="1100"/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2730500"/>
            <a:ext cx="9791700" cy="9715500"/>
          </a:xfrm>
          <a:prstGeom prst="rect">
            <a:avLst/>
          </a:prstGeom>
        </p:spPr>
      </p:pic>
      <p:pic>
        <p:nvPicPr>
          <p:cNvPr id="97" name="Picture 9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1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0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Personnalisé</PresentationFormat>
  <Paragraphs>0</Paragraphs>
  <Slides>90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90</vt:i4>
      </vt:variant>
    </vt:vector>
  </HeadingPairs>
  <TitlesOfParts>
    <vt:vector size="9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Minh-Phuong Tran</cp:lastModifiedBy>
  <cp:revision>2</cp:revision>
  <dcterms:created xsi:type="dcterms:W3CDTF">2006-08-16T00:00:00Z</dcterms:created>
  <dcterms:modified xsi:type="dcterms:W3CDTF">2026-03-30T07:37:52Z</dcterms:modified>
</cp:coreProperties>
</file>