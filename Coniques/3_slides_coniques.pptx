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3"/>
  </p:notesMasterIdLst>
  <p:sldIdLst>
    <p:sldId id="256" r:id="rId3"/>
    <p:sldId id="258" r:id="rId4"/>
    <p:sldId id="395" r:id="rId5"/>
    <p:sldId id="396" r:id="rId6"/>
    <p:sldId id="326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327" r:id="rId16"/>
    <p:sldId id="370" r:id="rId17"/>
    <p:sldId id="371" r:id="rId18"/>
    <p:sldId id="372" r:id="rId19"/>
    <p:sldId id="374" r:id="rId20"/>
    <p:sldId id="373" r:id="rId21"/>
    <p:sldId id="411" r:id="rId22"/>
    <p:sldId id="412" r:id="rId23"/>
    <p:sldId id="413" r:id="rId24"/>
    <p:sldId id="328" r:id="rId25"/>
    <p:sldId id="397" r:id="rId26"/>
    <p:sldId id="398" r:id="rId27"/>
    <p:sldId id="329" r:id="rId28"/>
    <p:sldId id="414" r:id="rId29"/>
    <p:sldId id="415" r:id="rId30"/>
    <p:sldId id="418" r:id="rId31"/>
    <p:sldId id="416" r:id="rId32"/>
    <p:sldId id="417" r:id="rId33"/>
    <p:sldId id="419" r:id="rId34"/>
    <p:sldId id="422" r:id="rId35"/>
    <p:sldId id="420" r:id="rId36"/>
    <p:sldId id="330" r:id="rId37"/>
    <p:sldId id="332" r:id="rId38"/>
    <p:sldId id="375" r:id="rId39"/>
    <p:sldId id="376" r:id="rId40"/>
    <p:sldId id="377" r:id="rId41"/>
    <p:sldId id="379" r:id="rId42"/>
    <p:sldId id="378" r:id="rId43"/>
    <p:sldId id="421" r:id="rId44"/>
    <p:sldId id="331" r:id="rId45"/>
    <p:sldId id="399" r:id="rId46"/>
    <p:sldId id="400" r:id="rId47"/>
    <p:sldId id="333" r:id="rId48"/>
    <p:sldId id="334" r:id="rId49"/>
    <p:sldId id="380" r:id="rId50"/>
    <p:sldId id="381" r:id="rId51"/>
    <p:sldId id="383" r:id="rId52"/>
    <p:sldId id="384" r:id="rId53"/>
    <p:sldId id="385" r:id="rId54"/>
    <p:sldId id="386" r:id="rId55"/>
    <p:sldId id="335" r:id="rId56"/>
    <p:sldId id="336" r:id="rId57"/>
    <p:sldId id="337" r:id="rId58"/>
    <p:sldId id="338" r:id="rId59"/>
    <p:sldId id="339" r:id="rId60"/>
    <p:sldId id="340" r:id="rId61"/>
    <p:sldId id="387" r:id="rId62"/>
    <p:sldId id="388" r:id="rId63"/>
    <p:sldId id="389" r:id="rId64"/>
    <p:sldId id="390" r:id="rId65"/>
    <p:sldId id="391" r:id="rId66"/>
    <p:sldId id="401" r:id="rId67"/>
    <p:sldId id="402" r:id="rId68"/>
    <p:sldId id="423" r:id="rId69"/>
    <p:sldId id="424" r:id="rId70"/>
    <p:sldId id="425" r:id="rId71"/>
    <p:sldId id="426" r:id="rId72"/>
    <p:sldId id="428" r:id="rId73"/>
    <p:sldId id="431" r:id="rId74"/>
    <p:sldId id="430" r:id="rId75"/>
    <p:sldId id="429" r:id="rId76"/>
    <p:sldId id="427" r:id="rId77"/>
    <p:sldId id="432" r:id="rId78"/>
    <p:sldId id="433" r:id="rId79"/>
    <p:sldId id="434" r:id="rId80"/>
    <p:sldId id="435" r:id="rId81"/>
    <p:sldId id="436" r:id="rId8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70E33-0F17-43B7-A29B-7F8FC164C68E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D8FA9-0ACF-4BE8-AAE9-1A63ACC3ED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3739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695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650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830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797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417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603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84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182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101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406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250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680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769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397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325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773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2582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609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186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11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544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9722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10h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0269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89419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2215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775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2006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113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3599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10h10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1883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10h10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8871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10h10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269FC8-9F42-42E0-B573-2051772DE61B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037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5ED8B-3643-C1D1-30B7-8437C12E8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CA397F-F158-6ED9-60D1-B3FE2DB72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0C8C0F-8313-F390-6196-E0C556A79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242171-F0F1-54EE-264B-C8E5D7B8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CEE165-F568-BA51-321E-943A75203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331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6BAD95-48EA-026F-4328-6B043175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264A35-6ECB-3952-9AC7-D8FDC6E7C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E1FAEB-C686-A0C2-1A3B-06C3E667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67E5E6-7220-F162-6BF8-07DFDD85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FA791A-3149-6C00-902B-7181091C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59142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325117-0C16-7276-4268-5D036D68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4EA176-E051-90AA-89B7-039C5427B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E19CFD-7E75-BF1A-20E6-812BC7EB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D0F318-28FA-8229-50EA-C788FCCA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EDBC86-FA52-012D-A63A-3DD22642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8293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94AE4-0493-C4E8-0F5E-243E1EC1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0296AE-C4A0-552A-8DDF-EB692927A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6F4669-1519-6A01-3C7C-FE3D70526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1C37AE-2614-E264-7CA1-5693EA7A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982A4B-4BE5-115B-ADB9-63ABF44F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9F6FE3-0155-B187-A209-6C4D0A47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6269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66A9F-3ABD-8EA7-7766-3D4A3026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A058AC-8FAF-44B3-25E1-921D289C4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D10993-2042-B7A5-B5BD-4571C0322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DBBD537-58F2-15D0-77D8-11F7F9E27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C72F56-72C6-1604-C217-A33F70643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D1E895-554B-F3AD-6915-EE982C2E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5FBD2BE-6005-60FD-8AB0-0712D432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D978D10-9FA6-932A-2D75-2CC15742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33989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F7730E-00F7-86A4-E5AF-E7C18738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D4F7C3-0BD1-F428-A09B-08EECC47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2C55E82-5963-7665-74A3-C6FD0893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1558FA-0952-806B-96AE-4F02AB14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8671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F6347EE-7A4F-6F55-1AA6-4F9549F7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DC38DE-83B9-28B0-BE64-D01F9C20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34A87F-468B-7626-A87E-9DC3E33D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8318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57B3E7-DC15-99FB-15F2-EFCD1F8F4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5A9E79-9A1E-9097-E44B-E1A9DA756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DA432E-1EAE-4D05-BB4B-FC698D692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5ECF19-A82C-F26C-C538-CDFFC02A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CC48DD-08B0-6261-874F-F1439EC0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34384F-9D7A-1DF3-AC18-6BCFE3AC7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50225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068E19-A27B-8211-0F32-1CA9C44F9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E504677-5121-6E77-3A04-6E24F3F6B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697458-AEE5-FABA-7FC7-790066963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C3F841-D13C-D304-0753-61D19D86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D0768E-4A03-46D0-155B-F78B3525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4A606F-2069-D9EE-675E-B4DE96C1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0775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308608-B03C-477D-B2A0-0BF63D09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0054F9-8E8E-4689-1375-1CAA81A81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704AE4-2C9F-9AD9-E13D-B5A697CB8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366562-F5B3-590D-D329-2279136D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C4F4B4-5C73-58F8-6A66-62EF4669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8967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6FD077C-C1AD-8817-2A84-981100EA8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FCAE0D-15A9-F5A7-35B8-76635F6B3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AFE869-06A3-54FA-9752-7BD53972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E7F521-BFA6-E77B-B7D5-B516234F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29C8AB-38CC-49B9-4B8C-7E844EA9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099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B72392-BDA1-8816-0286-9F89D87E1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84BC22-A7EE-32F7-37C7-439E977D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D06D3D-DF1F-B2CC-2AF2-861E6CBC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2676AB-6922-C0C2-5077-0C742239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E9AF63-7776-E571-4A61-8B1AE2F7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60046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F4F65D-5782-8435-F31D-D9CEB37F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EA9E89-990C-63EB-A8BE-77C05DBF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9246FB-8F85-539B-D197-16BDB467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11B225-01DF-4D98-EA0D-22AE3FFA0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74F83A-262B-A72F-67D1-5E3700E3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9299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96213-4FF4-07E0-EEE9-7D3A4732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41BE18-8C2B-3D44-F124-8536D209A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ADD335-B950-8222-06B6-350B0F35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B44B5D-5450-CE6E-F1FC-2BD4BB12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73EE5D-2BFD-581D-ABCF-252C7E3E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99511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F2538-314F-E4E3-F644-11616C3D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D8FF03-E6ED-8CC1-E1D7-54D7ED748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21658D-09C8-B90B-23CC-449121F08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B2B0D5-7952-DE2B-2295-85CE4F2C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E35A7C-8198-82B7-7527-0F732B49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D22011-4F66-244F-5B8A-3B3DE306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1715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05E6A-82B1-355B-D75B-4161DAE5D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87A97D-D8CC-02ED-3AE7-A9E39E055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9DFDE2-99B9-E66A-1BD4-CDE90C9C7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ADE0AA1-CCCB-E443-9652-01CBB547A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0AE589-B679-9ABD-2C68-F46C8A970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CF6C78D-3E8C-E07A-F7F5-6F5B4AEB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1E574DB-8D27-6ACD-C25D-24FB6A7D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77E368-6C55-50B8-21F0-7577B360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66585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42ED3-D40D-654F-0A35-69BEC2D3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BD38C18-8C96-BC81-0E24-C422D036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F18D005-39DD-D6F5-3A99-5E93330C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46A895-256A-9023-4209-E99F1076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801254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40706A-8A50-8AF9-D7BD-02BE0778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57E14E-19C0-70A0-18D2-4C97286F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51E546-A711-041A-E841-D384AD4D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63496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CB076-187E-616C-980A-207416084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7FF507-9D1B-8916-9C40-FB919B379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ED2F98-73E2-E17D-2B2F-EBDF6267E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FD52D7-4DCB-E416-8F36-335A9AF1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36B060-FA05-4605-CBBA-59434826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E521C5-6C48-8474-79B7-94BEBD94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51214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83B303-1A6C-930E-DF50-674C27E1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617871-800E-30A8-C81F-B4E108C2C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C0BE93-84AC-CF88-0AC1-CBA33BC26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2B28D5-25FB-B280-78CC-44643678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2B87F5-C26E-B9B4-111E-AC9D2939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062D0B-A461-8888-58FA-49518384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79288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4B76B-1B04-AAB6-2771-A24269602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FAF548-37AE-206B-FFA0-ADF442CE5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1BF721-C270-61AD-54AC-EAB1F3D9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817027-5225-2EF6-7787-C87C11CF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CAA168-210A-52CC-5280-0BB396DD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52195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39F3DC5-FD9A-1FA5-9B26-67682948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9E4D11-14FB-BAAE-7501-63009467E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6AE54-3F8B-5D9F-A790-A2DF1BC9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C8F385-21C1-BDBD-4CC3-F8594019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5A9BB9-A9B2-EAC8-E548-D5E01CA1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2329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9AB3468-0E59-9313-02A1-0C76F0D9A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7F309A-988A-19A4-CE85-058A29A1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DFA22F-5EEB-6D41-905C-50F4F2ACE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FA87F-2997-4FE5-B554-CA807EC0FAAF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488A6F-035A-7B84-0BAF-A306AC794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BF41D0-585E-FDEA-4FFB-30541AA95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F0BA4-8582-482F-9972-F05654BAF0E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48369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3EE0E51-9DE7-29AF-4BBC-84D97392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53E115-AE32-FDF7-DBB4-C682DC5CC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1A8AC9-271F-E593-9FB5-EA004436C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C1560-C803-46E2-A186-D4227662A004}" type="datetimeFigureOut">
              <a:rPr lang="fr-BE" smtClean="0"/>
              <a:t>18-03-26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7B288-650C-1DA1-1AEB-CB3FB413A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AEA61E-BB11-B7D3-C5F6-F25F51840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1651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geogebra.org/graphing/abpjsq7u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D8B09E87-A5F8-E8FB-1078-5132B2CA02C6}"/>
              </a:ext>
            </a:extLst>
          </p:cNvPr>
          <p:cNvSpPr txBox="1"/>
          <p:nvPr/>
        </p:nvSpPr>
        <p:spPr>
          <a:xfrm>
            <a:off x="1435739" y="1857580"/>
            <a:ext cx="8102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/>
              <a:t>https://github.com/tranmidsummer/Teaching/tree/main/CCRO/Coniques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D24D45C-1172-5472-03AA-D96F1BCF7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187" y="2843452"/>
            <a:ext cx="3095625" cy="31051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CF17A98-4F46-CEF0-44EC-391C983D3216}"/>
              </a:ext>
            </a:extLst>
          </p:cNvPr>
          <p:cNvSpPr txBox="1"/>
          <p:nvPr/>
        </p:nvSpPr>
        <p:spPr>
          <a:xfrm>
            <a:off x="830524" y="724733"/>
            <a:ext cx="10451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b="1" dirty="0"/>
              <a:t>Toutes les ressources </a:t>
            </a:r>
            <a:r>
              <a:rPr lang="fr-BE" dirty="0"/>
              <a:t>: </a:t>
            </a:r>
          </a:p>
          <a:p>
            <a:r>
              <a:rPr lang="fr-BE" dirty="0"/>
              <a:t>	syllabus complété, résolutions d’exercices, lien vers le forum, matière de l’éval</a:t>
            </a:r>
          </a:p>
        </p:txBody>
      </p:sp>
    </p:spTree>
    <p:extLst>
      <p:ext uri="{BB962C8B-B14F-4D97-AF65-F5344CB8AC3E}">
        <p14:creationId xmlns:p14="http://schemas.microsoft.com/office/powerpoint/2010/main" val="157716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1E90-CEA5-1596-A1E3-ED846AA0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E03D875-B6FA-86DC-A612-EFC0CA8E0E6D}"/>
              </a:ext>
            </a:extLst>
          </p:cNvPr>
          <p:cNvSpPr txBox="1"/>
          <p:nvPr/>
        </p:nvSpPr>
        <p:spPr>
          <a:xfrm>
            <a:off x="1027877" y="1245787"/>
            <a:ext cx="819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/>
              <a:t>https://padlet.com/minhphuongtranprofessional/coniques-x4dh9n7xzitt346a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CF5628-84C5-E354-4324-9F81AE261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064" y="2025212"/>
            <a:ext cx="4168204" cy="413008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50F8843-B45D-8524-296C-33833C0F6001}"/>
              </a:ext>
            </a:extLst>
          </p:cNvPr>
          <p:cNvSpPr txBox="1"/>
          <p:nvPr/>
        </p:nvSpPr>
        <p:spPr>
          <a:xfrm>
            <a:off x="620016" y="651028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b="1" dirty="0"/>
              <a:t>Forum </a:t>
            </a:r>
            <a:r>
              <a:rPr lang="fr-BE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228239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38D90-A486-EACD-7C44-494ED5D5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A8E2385-3A49-42AE-4C22-A5D4F28D9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FC9FF2-13DE-5C2E-BF65-CDF04055DE9F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B4EC3-B9E0-7D6C-E860-3A777E6E273D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4006C7-49D7-7EC0-1F31-4D381E217D10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A525B4-71D5-E04E-5BDD-49B7865C303B}"/>
              </a:ext>
            </a:extLst>
          </p:cNvPr>
          <p:cNvSpPr/>
          <p:nvPr/>
        </p:nvSpPr>
        <p:spPr>
          <a:xfrm>
            <a:off x="3244542" y="2518165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5AF425-500A-86BB-7EF3-0F8D7327A054}"/>
              </a:ext>
            </a:extLst>
          </p:cNvPr>
          <p:cNvSpPr/>
          <p:nvPr/>
        </p:nvSpPr>
        <p:spPr>
          <a:xfrm>
            <a:off x="7057056" y="1759813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E610D2-A51A-18FF-6E10-969C976445CA}"/>
              </a:ext>
            </a:extLst>
          </p:cNvPr>
          <p:cNvSpPr/>
          <p:nvPr/>
        </p:nvSpPr>
        <p:spPr>
          <a:xfrm>
            <a:off x="7057055" y="3429000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43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C73FE-45FF-A954-ED4F-007DE477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BC4D0F3-E7E7-5273-1C95-4E3910675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0C9CB-A6E5-69A6-7EE4-7CE7CC491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B09B11-36A1-3772-5A98-C39E93441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423A1B-2AC8-AB76-33F4-3D99FA4AC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Ellipse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Approche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focale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3CCE62E5-1177-A462-2ED4-4C9933B5F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85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5A36-D252-727B-7C0B-70A90B93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245BD55-D601-2A4F-F580-7192DA419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9236"/>
            <a:ext cx="12192000" cy="405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54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50B9AC-6D9C-635E-38F4-234E2FAAD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45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0267-2260-65C3-221F-1CCC933D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ADC9401-C698-356B-D59B-F2EEB80F5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966B00D-123F-6125-7362-64096B0527AE}"/>
              </a:ext>
            </a:extLst>
          </p:cNvPr>
          <p:cNvSpPr txBox="1"/>
          <p:nvPr/>
        </p:nvSpPr>
        <p:spPr>
          <a:xfrm>
            <a:off x="9722902" y="1619294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</a:t>
            </a:r>
          </a:p>
        </p:txBody>
      </p:sp>
    </p:spTree>
    <p:extLst>
      <p:ext uri="{BB962C8B-B14F-4D97-AF65-F5344CB8AC3E}">
        <p14:creationId xmlns:p14="http://schemas.microsoft.com/office/powerpoint/2010/main" val="80979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48EEB-9F6A-57D2-57F1-982FC497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22824C7-F397-09E3-8AA4-10817BB6ED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24B7667-F97A-AC90-7E68-057F6FF6F5C2}"/>
              </a:ext>
            </a:extLst>
          </p:cNvPr>
          <p:cNvSpPr txBox="1"/>
          <p:nvPr/>
        </p:nvSpPr>
        <p:spPr>
          <a:xfrm>
            <a:off x="9722902" y="1619294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3DCE0D2-E86B-BC29-A693-72B84D07D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5241"/>
            <a:ext cx="12192000" cy="117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6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0B46A-A445-A62E-3204-CD6BFEAC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CE76FC4-E25A-D6CF-87D8-323D220B7E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B816F4-F1FA-7987-BF91-DD50581EA29B}"/>
              </a:ext>
            </a:extLst>
          </p:cNvPr>
          <p:cNvSpPr txBox="1"/>
          <p:nvPr/>
        </p:nvSpPr>
        <p:spPr>
          <a:xfrm>
            <a:off x="9722902" y="1619294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2A0AA6-4F98-A3D3-93F6-87518526DF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0" y="2425241"/>
            <a:ext cx="12192000" cy="11786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2171E44-3EB5-2E26-B243-E48B9438B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8017550" cy="90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04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F16C-8A33-0CD6-23A2-02C372DB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FF4DEA9-18CE-A105-605C-3D771AA5C6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4E39635-1FF2-A1FB-8D38-2E49315A7EBB}"/>
              </a:ext>
            </a:extLst>
          </p:cNvPr>
          <p:cNvSpPr txBox="1"/>
          <p:nvPr/>
        </p:nvSpPr>
        <p:spPr>
          <a:xfrm>
            <a:off x="9722902" y="1619294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8A7795B-E15B-4D84-5D02-A75021832D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0" y="2425241"/>
            <a:ext cx="12192000" cy="11786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7C75BB2-254A-FCFD-694B-0B98212EE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8017550" cy="90187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0AC472F-62D0-DA8A-1BA1-89B4C6AAD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710" y="3937369"/>
            <a:ext cx="2085975" cy="1123950"/>
          </a:xfrm>
          <a:prstGeom prst="rect">
            <a:avLst/>
          </a:prstGeom>
          <a:ln w="76200"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5C6068B-1C25-70DE-836E-36D3B826A620}"/>
              </a:ext>
            </a:extLst>
          </p:cNvPr>
          <p:cNvSpPr txBox="1"/>
          <p:nvPr/>
        </p:nvSpPr>
        <p:spPr>
          <a:xfrm>
            <a:off x="9315139" y="3413380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CEAC2</a:t>
            </a:r>
          </a:p>
        </p:txBody>
      </p:sp>
    </p:spTree>
    <p:extLst>
      <p:ext uri="{BB962C8B-B14F-4D97-AF65-F5344CB8AC3E}">
        <p14:creationId xmlns:p14="http://schemas.microsoft.com/office/powerpoint/2010/main" val="2347809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6F1E2-3AAF-BC82-4E9C-206BDB02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48993CC-47AC-5599-6361-9B4CADCE0D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CF1B233-EB4D-BD8E-9B42-9B80CDC9D661}"/>
              </a:ext>
            </a:extLst>
          </p:cNvPr>
          <p:cNvSpPr txBox="1"/>
          <p:nvPr/>
        </p:nvSpPr>
        <p:spPr>
          <a:xfrm>
            <a:off x="9722902" y="1619294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1064012-3335-AECB-4025-090DFB8778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0" y="2425241"/>
            <a:ext cx="12192000" cy="11786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2B9142A-C847-78D3-8C59-D1290D18A3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8000"/>
          </a:blip>
          <a:stretch>
            <a:fillRect/>
          </a:stretch>
        </p:blipFill>
        <p:spPr>
          <a:xfrm>
            <a:off x="0" y="3429000"/>
            <a:ext cx="8017550" cy="90187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9FE9AFA-B807-7B24-81F3-0402FC578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710" y="3937369"/>
            <a:ext cx="2085975" cy="1123950"/>
          </a:xfrm>
          <a:prstGeom prst="rect">
            <a:avLst/>
          </a:prstGeom>
          <a:ln w="76200"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AB77753-8B2D-F38D-6C93-04E0A95B96E9}"/>
              </a:ext>
            </a:extLst>
          </p:cNvPr>
          <p:cNvSpPr txBox="1"/>
          <p:nvPr/>
        </p:nvSpPr>
        <p:spPr>
          <a:xfrm>
            <a:off x="9315139" y="3413380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CEAC2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9BB6701-5ED3-7B7A-69BB-8ADAF4FD61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606124"/>
            <a:ext cx="8017550" cy="91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03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AA37-DE2B-1E68-7DCF-DD3F6412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45E4CB7-F60F-709D-CA3C-D2D8D88729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523D302-A54B-809D-1A40-9CEFB9B7EDEB}"/>
              </a:ext>
            </a:extLst>
          </p:cNvPr>
          <p:cNvSpPr txBox="1"/>
          <p:nvPr/>
        </p:nvSpPr>
        <p:spPr>
          <a:xfrm>
            <a:off x="9722902" y="1619294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6F9F976-F213-8772-D1EE-28E0BBB172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0" y="2425241"/>
            <a:ext cx="12192000" cy="11786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439637A-E833-7A7A-ABD1-E16192DDBDE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8000"/>
          </a:blip>
          <a:stretch>
            <a:fillRect/>
          </a:stretch>
        </p:blipFill>
        <p:spPr>
          <a:xfrm>
            <a:off x="0" y="3429000"/>
            <a:ext cx="8017550" cy="90187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3E561E5-1C98-CFD9-2FE6-F069464E1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710" y="3937369"/>
            <a:ext cx="2085975" cy="1123950"/>
          </a:xfrm>
          <a:prstGeom prst="rect">
            <a:avLst/>
          </a:prstGeom>
          <a:ln w="76200"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E9C30EE-48A2-C479-38CD-0E8AA0991302}"/>
              </a:ext>
            </a:extLst>
          </p:cNvPr>
          <p:cNvSpPr txBox="1"/>
          <p:nvPr/>
        </p:nvSpPr>
        <p:spPr>
          <a:xfrm>
            <a:off x="9315139" y="3413380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CEAC2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FD4635A-D724-9502-3BE4-D1DB9DE8496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8000"/>
          </a:blip>
          <a:stretch>
            <a:fillRect/>
          </a:stretch>
        </p:blipFill>
        <p:spPr>
          <a:xfrm>
            <a:off x="0" y="4606124"/>
            <a:ext cx="8017550" cy="91039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50C43D3-CBED-4307-D4A5-4F6844EE5A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5629276"/>
            <a:ext cx="8017550" cy="97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DE6B4CA-5D9D-F232-BCCE-49BC0BF0B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31" y="123034"/>
            <a:ext cx="8017550" cy="9784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C838A42-686C-0980-FCFA-C9F231F5F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588" y="1645501"/>
            <a:ext cx="1568898" cy="591991"/>
          </a:xfrm>
          <a:prstGeom prst="rect">
            <a:avLst/>
          </a:prstGeom>
        </p:spPr>
      </p:pic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E1F5D137-AE22-AF0E-E7EF-5F7702BCABD5}"/>
              </a:ext>
            </a:extLst>
          </p:cNvPr>
          <p:cNvSpPr/>
          <p:nvPr/>
        </p:nvSpPr>
        <p:spPr>
          <a:xfrm rot="16200000">
            <a:off x="4812107" y="217247"/>
            <a:ext cx="389860" cy="2151321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CD46EA88-DC3C-852C-72F7-524615076096}"/>
              </a:ext>
            </a:extLst>
          </p:cNvPr>
          <p:cNvSpPr/>
          <p:nvPr/>
        </p:nvSpPr>
        <p:spPr>
          <a:xfrm rot="16200000">
            <a:off x="7262912" y="711661"/>
            <a:ext cx="389860" cy="1162493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906E4AD-AD29-28E1-E719-2132F4F3A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965" y="1741325"/>
            <a:ext cx="1745311" cy="49616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B8342A2-3ABE-410F-919A-2DCF7D6BF80E}"/>
              </a:ext>
            </a:extLst>
          </p:cNvPr>
          <p:cNvSpPr txBox="1"/>
          <p:nvPr/>
        </p:nvSpPr>
        <p:spPr>
          <a:xfrm>
            <a:off x="5341432" y="1941496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057D9B6-3B1F-4AA9-F680-12CE1E772542}"/>
              </a:ext>
            </a:extLst>
          </p:cNvPr>
          <p:cNvSpPr txBox="1"/>
          <p:nvPr/>
        </p:nvSpPr>
        <p:spPr>
          <a:xfrm>
            <a:off x="8167281" y="1989408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DD3C2-F9F6-D878-443A-D095561AA2B3}"/>
              </a:ext>
            </a:extLst>
          </p:cNvPr>
          <p:cNvGrpSpPr/>
          <p:nvPr/>
        </p:nvGrpSpPr>
        <p:grpSpPr>
          <a:xfrm>
            <a:off x="696904" y="2799906"/>
            <a:ext cx="5271505" cy="3935059"/>
            <a:chOff x="696904" y="2233564"/>
            <a:chExt cx="5794477" cy="4501402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F78D57BA-6147-2DEF-BD74-AE8183374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6904" y="2233564"/>
              <a:ext cx="5794477" cy="4501402"/>
            </a:xfrm>
            <a:prstGeom prst="rect">
              <a:avLst/>
            </a:prstGeom>
          </p:spPr>
        </p:pic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509E91CF-B347-108E-61A1-675A7FED9590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39" y="3793585"/>
              <a:ext cx="153277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9B8712CB-5480-0EB9-84B3-0DD6FE0FD271}"/>
                </a:ext>
              </a:extLst>
            </p:cNvPr>
            <p:cNvSpPr/>
            <p:nvPr/>
          </p:nvSpPr>
          <p:spPr>
            <a:xfrm>
              <a:off x="4310546" y="3773851"/>
              <a:ext cx="77383" cy="813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018826C3-B54A-59E7-A229-486B39611DE0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flipV="1">
              <a:off x="3935577" y="3843306"/>
              <a:ext cx="386301" cy="786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E26B664D-BBF6-5951-2012-A08BC9882DF3}"/>
                </a:ext>
              </a:extLst>
            </p:cNvPr>
            <p:cNvSpPr txBox="1"/>
            <p:nvPr/>
          </p:nvSpPr>
          <p:spPr>
            <a:xfrm>
              <a:off x="4158506" y="3369532"/>
              <a:ext cx="386301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M</a:t>
              </a:r>
            </a:p>
          </p:txBody>
        </p:sp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A675B201-D5BC-E58D-CB16-99F14DA887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026" y="4361379"/>
            <a:ext cx="3962398" cy="208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3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947B-7F99-7AA2-07C1-0EBDAF7B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7F43ABF-9FC0-216D-1E9C-6552BA3BD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6" y="855194"/>
            <a:ext cx="12134514" cy="533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77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E8315-9BAD-A33E-1FC3-C2014137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5AB2F06-DE7A-122C-A822-52B92B4AD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389ECAD-0110-DE4E-2C09-D3E66078E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03D541F-1CEE-508D-7F76-2DC6F5A88062}"/>
              </a:ext>
            </a:extLst>
          </p:cNvPr>
          <p:cNvCxnSpPr>
            <a:cxnSpLocks/>
          </p:cNvCxnSpPr>
          <p:nvPr/>
        </p:nvCxnSpPr>
        <p:spPr>
          <a:xfrm>
            <a:off x="4045727" y="2980021"/>
            <a:ext cx="15327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9304B88F-9F1A-E38B-EAD3-FBE226E0392A}"/>
              </a:ext>
            </a:extLst>
          </p:cNvPr>
          <p:cNvSpPr/>
          <p:nvPr/>
        </p:nvSpPr>
        <p:spPr>
          <a:xfrm>
            <a:off x="4012834" y="2960287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4C609E2-AAB6-64D1-C88B-0BE6729EE93C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3637865" y="3029742"/>
            <a:ext cx="386301" cy="786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037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19A9-B9A4-B008-10E1-40EDF6D8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BB1F214-5A51-46B9-B393-6F7A9FC10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374C861-50C0-1E7D-CC7D-1D6184E17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3107EFC-410B-90B9-A774-0F8E7C05415B}"/>
              </a:ext>
            </a:extLst>
          </p:cNvPr>
          <p:cNvCxnSpPr>
            <a:cxnSpLocks/>
          </p:cNvCxnSpPr>
          <p:nvPr/>
        </p:nvCxnSpPr>
        <p:spPr>
          <a:xfrm>
            <a:off x="3469247" y="2570946"/>
            <a:ext cx="2115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1CBF04C-E62E-C8D0-8778-3CD6763A0F5F}"/>
              </a:ext>
            </a:extLst>
          </p:cNvPr>
          <p:cNvSpPr/>
          <p:nvPr/>
        </p:nvSpPr>
        <p:spPr>
          <a:xfrm>
            <a:off x="3430556" y="2530260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C6EAF3E-802A-0024-0390-AB9114366B11}"/>
              </a:ext>
            </a:extLst>
          </p:cNvPr>
          <p:cNvCxnSpPr>
            <a:cxnSpLocks/>
            <a:endCxn id="6" idx="4"/>
          </p:cNvCxnSpPr>
          <p:nvPr/>
        </p:nvCxnSpPr>
        <p:spPr>
          <a:xfrm flipH="1" flipV="1">
            <a:off x="3469248" y="2611632"/>
            <a:ext cx="194930" cy="12615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174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5EF5D-7534-F801-324B-BC41860B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3CC793E-5EE9-9C73-3427-5A080F016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3DC5A08-BE4E-7C39-DD00-788F845F5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F4E4286-14C5-424D-54E5-84D7ED1F12C8}"/>
              </a:ext>
            </a:extLst>
          </p:cNvPr>
          <p:cNvCxnSpPr>
            <a:cxnSpLocks/>
          </p:cNvCxnSpPr>
          <p:nvPr/>
        </p:nvCxnSpPr>
        <p:spPr>
          <a:xfrm>
            <a:off x="2062512" y="2436921"/>
            <a:ext cx="3509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F891680-D0F6-9538-BA5A-0D1651069627}"/>
              </a:ext>
            </a:extLst>
          </p:cNvPr>
          <p:cNvSpPr/>
          <p:nvPr/>
        </p:nvSpPr>
        <p:spPr>
          <a:xfrm>
            <a:off x="1996461" y="2405270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99A2C2F-5935-58C2-DE25-C7369270296D}"/>
              </a:ext>
            </a:extLst>
          </p:cNvPr>
          <p:cNvCxnSpPr>
            <a:cxnSpLocks/>
          </p:cNvCxnSpPr>
          <p:nvPr/>
        </p:nvCxnSpPr>
        <p:spPr>
          <a:xfrm flipH="1" flipV="1">
            <a:off x="2062512" y="2486642"/>
            <a:ext cx="1608601" cy="1348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054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72072-EABD-C0E2-844C-FC6DAF2E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942FDD6-5B18-7D72-E89C-2176E83DD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971236D-EAD3-A120-CBF2-519B9A97B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38B9BFBF-A637-ED8D-E040-7766EF3B82CE}"/>
              </a:ext>
            </a:extLst>
          </p:cNvPr>
          <p:cNvCxnSpPr>
            <a:cxnSpLocks/>
          </p:cNvCxnSpPr>
          <p:nvPr/>
        </p:nvCxnSpPr>
        <p:spPr>
          <a:xfrm flipV="1">
            <a:off x="726826" y="3670701"/>
            <a:ext cx="4845093" cy="82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3A86E1DF-C25E-A9D3-8328-D1637BFA8524}"/>
              </a:ext>
            </a:extLst>
          </p:cNvPr>
          <p:cNvSpPr/>
          <p:nvPr/>
        </p:nvSpPr>
        <p:spPr>
          <a:xfrm>
            <a:off x="726826" y="3630015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52E4553-9E61-A04A-DAEA-F184B006D5FA}"/>
              </a:ext>
            </a:extLst>
          </p:cNvPr>
          <p:cNvCxnSpPr>
            <a:cxnSpLocks/>
            <a:endCxn id="6" idx="6"/>
          </p:cNvCxnSpPr>
          <p:nvPr/>
        </p:nvCxnSpPr>
        <p:spPr>
          <a:xfrm flipH="1" flipV="1">
            <a:off x="804209" y="3670701"/>
            <a:ext cx="2866904" cy="164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83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7A5E2-2967-C9AA-9D57-B0E3A9F9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0B81F3A-A269-664C-CFA0-3ADC9FB4A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E552267-C2D7-9C88-D123-B015C1756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92EDEBB-B38A-062A-419C-414030D93741}"/>
              </a:ext>
            </a:extLst>
          </p:cNvPr>
          <p:cNvCxnSpPr>
            <a:cxnSpLocks/>
          </p:cNvCxnSpPr>
          <p:nvPr/>
        </p:nvCxnSpPr>
        <p:spPr>
          <a:xfrm>
            <a:off x="1054968" y="4622792"/>
            <a:ext cx="4503795" cy="34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2955FCA9-727C-5C92-8699-D48120ACE3AB}"/>
              </a:ext>
            </a:extLst>
          </p:cNvPr>
          <p:cNvSpPr/>
          <p:nvPr/>
        </p:nvSpPr>
        <p:spPr>
          <a:xfrm>
            <a:off x="1016277" y="4576148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061E4C-30AA-7877-67A6-528F45F2A080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1082328" y="3835217"/>
            <a:ext cx="2588785" cy="752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704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9EC07-9BF6-2F62-BC97-5325C7579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A8E1BC8-65D2-7513-F6EC-86417ADCB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281391"/>
            <a:ext cx="8017550" cy="9784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5DB569E-A33F-EB0C-1D62-37C79B904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448" y="1803858"/>
            <a:ext cx="1568898" cy="591991"/>
          </a:xfrm>
          <a:prstGeom prst="rect">
            <a:avLst/>
          </a:prstGeom>
        </p:spPr>
      </p:pic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F6C76284-B010-9F4A-B313-22D53991BD0F}"/>
              </a:ext>
            </a:extLst>
          </p:cNvPr>
          <p:cNvSpPr/>
          <p:nvPr/>
        </p:nvSpPr>
        <p:spPr>
          <a:xfrm rot="16200000">
            <a:off x="4789967" y="375604"/>
            <a:ext cx="389860" cy="2151321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1108FA6C-1E74-2EF5-AABC-54F13A0CF623}"/>
              </a:ext>
            </a:extLst>
          </p:cNvPr>
          <p:cNvSpPr/>
          <p:nvPr/>
        </p:nvSpPr>
        <p:spPr>
          <a:xfrm rot="16200000">
            <a:off x="7240772" y="870018"/>
            <a:ext cx="389860" cy="1162493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F1CB351-6A52-432D-695F-01AF5B20A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25" y="1899682"/>
            <a:ext cx="1745311" cy="49616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63CB333-972C-3C69-1A87-7E76C27E98FA}"/>
              </a:ext>
            </a:extLst>
          </p:cNvPr>
          <p:cNvSpPr txBox="1"/>
          <p:nvPr/>
        </p:nvSpPr>
        <p:spPr>
          <a:xfrm>
            <a:off x="5319292" y="2099853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477FB6B-67EA-88BE-7EBC-05F77773F2BB}"/>
              </a:ext>
            </a:extLst>
          </p:cNvPr>
          <p:cNvSpPr txBox="1"/>
          <p:nvPr/>
        </p:nvSpPr>
        <p:spPr>
          <a:xfrm>
            <a:off x="8145141" y="2147765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F1AB9F5-9CC6-6C8C-3704-0512F933B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415" y="3035650"/>
            <a:ext cx="59817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42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C4DD4-11D1-FA19-CF73-80B5B26B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19C3C71-B776-66BB-AC4A-E2E5AABC0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6CAEA50-0918-2D3E-CB22-A5C1FE4DBB1D}"/>
              </a:ext>
            </a:extLst>
          </p:cNvPr>
          <p:cNvSpPr txBox="1"/>
          <p:nvPr/>
        </p:nvSpPr>
        <p:spPr>
          <a:xfrm>
            <a:off x="9722902" y="1619294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DB3521C-3D71-C6B5-38F6-676BC93E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919" y="4176878"/>
            <a:ext cx="5981700" cy="158115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E49123A7-0AFF-22D5-EABB-57C05E9F7E6D}"/>
              </a:ext>
            </a:extLst>
          </p:cNvPr>
          <p:cNvSpPr/>
          <p:nvPr/>
        </p:nvSpPr>
        <p:spPr>
          <a:xfrm>
            <a:off x="2297076" y="4768665"/>
            <a:ext cx="503275" cy="397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3C7E647-6121-9399-4BD0-A43E60A6798E}"/>
              </a:ext>
            </a:extLst>
          </p:cNvPr>
          <p:cNvSpPr/>
          <p:nvPr/>
        </p:nvSpPr>
        <p:spPr>
          <a:xfrm>
            <a:off x="6007839" y="4768665"/>
            <a:ext cx="503275" cy="397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02EE32D-DE2E-94EC-E0E8-90968140B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95748"/>
            <a:ext cx="7669619" cy="68466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97FEB6FD-1C16-E03D-2B0D-9DC5F7E62F21}"/>
              </a:ext>
            </a:extLst>
          </p:cNvPr>
          <p:cNvSpPr/>
          <p:nvPr/>
        </p:nvSpPr>
        <p:spPr>
          <a:xfrm>
            <a:off x="4348717" y="2617340"/>
            <a:ext cx="372140" cy="2605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D46081A-3561-0497-6D5A-FCF596B6966E}"/>
              </a:ext>
            </a:extLst>
          </p:cNvPr>
          <p:cNvSpPr/>
          <p:nvPr/>
        </p:nvSpPr>
        <p:spPr>
          <a:xfrm>
            <a:off x="6602819" y="2617340"/>
            <a:ext cx="372140" cy="2605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32701A9-9D2E-D843-BB95-22023CD27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844" y="4394613"/>
            <a:ext cx="1352550" cy="73342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6B8D9EF-6B41-4D99-43C7-583DE4089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4844" y="5074588"/>
            <a:ext cx="2285433" cy="120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24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0A72-B0CA-C428-0EF9-DE9BA55E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40DF7D1-2210-8948-C0C3-8BD2BD146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26698" cy="18039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F10AD2F-A2C3-9BED-0CBF-D3FDCE556BB4}"/>
              </a:ext>
            </a:extLst>
          </p:cNvPr>
          <p:cNvSpPr txBox="1"/>
          <p:nvPr/>
        </p:nvSpPr>
        <p:spPr>
          <a:xfrm>
            <a:off x="9722902" y="1619294"/>
            <a:ext cx="9275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951B409-915A-6800-376C-391305F71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507" y="4098868"/>
            <a:ext cx="6010275" cy="167640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DE2FD503-4EAC-BAC0-C535-52F812A3F086}"/>
              </a:ext>
            </a:extLst>
          </p:cNvPr>
          <p:cNvSpPr/>
          <p:nvPr/>
        </p:nvSpPr>
        <p:spPr>
          <a:xfrm>
            <a:off x="2105246" y="4676516"/>
            <a:ext cx="503275" cy="397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017EA7B-F9A8-F16D-C2CE-5D11B719A9DB}"/>
              </a:ext>
            </a:extLst>
          </p:cNvPr>
          <p:cNvSpPr/>
          <p:nvPr/>
        </p:nvSpPr>
        <p:spPr>
          <a:xfrm>
            <a:off x="5816009" y="4676516"/>
            <a:ext cx="503275" cy="397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5580589-A597-0349-8364-C0CCAA18A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465" y="5370659"/>
            <a:ext cx="2790825" cy="13620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CA7AA8E-C627-8059-8957-14EA0ABC85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465" y="4777155"/>
            <a:ext cx="18383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79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6087-67CE-1E08-D54F-82AAD52F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8BE7DA6-7B06-A767-7E9C-97E33AFF2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666"/>
            <a:ext cx="12192000" cy="64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4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B643E-B763-E6C7-0577-3304D2BE0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FBF6A77-7481-1084-A05E-0FC561C79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CE5870-1B91-22D9-3F42-9AE767A876F0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67052D-C163-8565-C044-DFF2E24FA69F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90FD38-5EB5-12FC-8E57-B1AA9E3F807A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FB0A0-31E1-2963-4D4B-4320C7466B8D}"/>
              </a:ext>
            </a:extLst>
          </p:cNvPr>
          <p:cNvSpPr/>
          <p:nvPr/>
        </p:nvSpPr>
        <p:spPr>
          <a:xfrm>
            <a:off x="7133200" y="2533990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7896BF-F77A-27EF-6399-B44F48919EC4}"/>
              </a:ext>
            </a:extLst>
          </p:cNvPr>
          <p:cNvSpPr/>
          <p:nvPr/>
        </p:nvSpPr>
        <p:spPr>
          <a:xfrm>
            <a:off x="7057056" y="1759813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92B8D-95C7-21EA-7704-3DDB6269ACA9}"/>
              </a:ext>
            </a:extLst>
          </p:cNvPr>
          <p:cNvSpPr/>
          <p:nvPr/>
        </p:nvSpPr>
        <p:spPr>
          <a:xfrm>
            <a:off x="3113419" y="255389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236B3-3F33-AD01-FBEE-543106AA445B}"/>
              </a:ext>
            </a:extLst>
          </p:cNvPr>
          <p:cNvSpPr/>
          <p:nvPr/>
        </p:nvSpPr>
        <p:spPr>
          <a:xfrm>
            <a:off x="7084594" y="3429000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007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8B14D-1851-21A6-A6CA-6168CB3F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76E2FF0-A89E-62D3-E9BB-8139F4C2A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ACEF7D-2487-4C7A-27F6-9DFF7780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EF0B6D-5C40-BF82-3297-3BFD8BD90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3316B54-AA36-01D0-3101-62D76FC4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Hyperbole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Approche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focale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C7070B0A-F477-DB47-57DA-26919AA87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696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8D8E-F07E-91BC-6847-BCFC53EF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56772DE-049A-6534-46CD-16315CA43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7634"/>
            <a:ext cx="12192000" cy="340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70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15916D9-8B9E-0B08-A42F-6F07EB3D9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7" y="0"/>
            <a:ext cx="8736263" cy="1524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E7973FF-0AC5-01E5-809D-17D8C14C5B63}"/>
              </a:ext>
            </a:extLst>
          </p:cNvPr>
          <p:cNvSpPr txBox="1"/>
          <p:nvPr/>
        </p:nvSpPr>
        <p:spPr>
          <a:xfrm>
            <a:off x="9722902" y="1200834"/>
            <a:ext cx="18949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 pour x &gt;0</a:t>
            </a:r>
          </a:p>
          <a:p>
            <a:r>
              <a:rPr lang="fr-BE" dirty="0"/>
              <a:t>CEAC3 pour x&lt;0</a:t>
            </a:r>
          </a:p>
        </p:txBody>
      </p:sp>
    </p:spTree>
    <p:extLst>
      <p:ext uri="{BB962C8B-B14F-4D97-AF65-F5344CB8AC3E}">
        <p14:creationId xmlns:p14="http://schemas.microsoft.com/office/powerpoint/2010/main" val="2001735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4CE22-6F7C-BFB2-D871-CB39A03E4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19D5E29-60E3-A57F-705D-29C40A658C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99237" y="0"/>
            <a:ext cx="8736263" cy="1524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4BE9A73-747C-88CA-08C4-2857A1456B87}"/>
              </a:ext>
            </a:extLst>
          </p:cNvPr>
          <p:cNvSpPr txBox="1"/>
          <p:nvPr/>
        </p:nvSpPr>
        <p:spPr>
          <a:xfrm>
            <a:off x="9722902" y="1200834"/>
            <a:ext cx="18949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 pour x &gt;0</a:t>
            </a:r>
          </a:p>
          <a:p>
            <a:r>
              <a:rPr lang="fr-BE" dirty="0"/>
              <a:t>CEAC3 pour x&lt;0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2AF68F-FEC9-6CBC-D989-B21452E76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7" y="2162025"/>
            <a:ext cx="11391014" cy="100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85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E531A-E641-C0B6-9D85-66597A23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56D07F2-EE61-57D9-AA2E-B22A7AA419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99237" y="0"/>
            <a:ext cx="8736263" cy="1524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1ECF67E-6DCE-6FC7-3B42-A191957983A6}"/>
              </a:ext>
            </a:extLst>
          </p:cNvPr>
          <p:cNvSpPr txBox="1"/>
          <p:nvPr/>
        </p:nvSpPr>
        <p:spPr>
          <a:xfrm>
            <a:off x="9722902" y="1200834"/>
            <a:ext cx="18949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 pour x &gt;0</a:t>
            </a:r>
          </a:p>
          <a:p>
            <a:r>
              <a:rPr lang="fr-BE" dirty="0"/>
              <a:t>CEAC3 pour x&lt;0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16892D-1142-A7BD-A2FF-122FD84807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99237" y="2162025"/>
            <a:ext cx="11391014" cy="100070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B10AC13-1FBA-D4B5-90B1-5788C7583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2143"/>
            <a:ext cx="7846828" cy="98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76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FC38E-C845-D22D-2C68-5B375200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B4DAD84-4742-6AEC-0852-2259C6FAC8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99237" y="0"/>
            <a:ext cx="8736263" cy="1524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CD74FCB-D66F-F282-87F4-CD8BCA7C77EE}"/>
              </a:ext>
            </a:extLst>
          </p:cNvPr>
          <p:cNvSpPr txBox="1"/>
          <p:nvPr/>
        </p:nvSpPr>
        <p:spPr>
          <a:xfrm>
            <a:off x="9722902" y="1200834"/>
            <a:ext cx="18949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 pour x &gt;0</a:t>
            </a:r>
          </a:p>
          <a:p>
            <a:r>
              <a:rPr lang="fr-BE" dirty="0"/>
              <a:t>CEAC3 pour x&lt;0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60AC07-08ED-AB60-5337-6C7FC70488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99237" y="2162025"/>
            <a:ext cx="11391014" cy="100070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E452A8C-6512-B584-1E82-C72F58397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2143"/>
            <a:ext cx="7846828" cy="98625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0766943-242A-72F5-3EC5-FE9033999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856" y="4347899"/>
            <a:ext cx="6403126" cy="756377"/>
          </a:xfrm>
          <a:prstGeom prst="rect">
            <a:avLst/>
          </a:prstGeom>
          <a:ln w="76200"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B195211-FBF9-87C2-CA1A-EDAE08BA585A}"/>
              </a:ext>
            </a:extLst>
          </p:cNvPr>
          <p:cNvSpPr txBox="1"/>
          <p:nvPr/>
        </p:nvSpPr>
        <p:spPr>
          <a:xfrm>
            <a:off x="3157916" y="4262169"/>
            <a:ext cx="189494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CEAC2 pour x&gt;0</a:t>
            </a:r>
          </a:p>
        </p:txBody>
      </p:sp>
    </p:spTree>
    <p:extLst>
      <p:ext uri="{BB962C8B-B14F-4D97-AF65-F5344CB8AC3E}">
        <p14:creationId xmlns:p14="http://schemas.microsoft.com/office/powerpoint/2010/main" val="1671149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EBAF-3956-F5E0-F08F-E09095A5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2E515A3-3980-5E28-9BF5-D1EE9D03B3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99237" y="0"/>
            <a:ext cx="8736263" cy="1524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98B0B8D-C3AF-DD2B-72BE-1845E87D2DA3}"/>
              </a:ext>
            </a:extLst>
          </p:cNvPr>
          <p:cNvSpPr txBox="1"/>
          <p:nvPr/>
        </p:nvSpPr>
        <p:spPr>
          <a:xfrm>
            <a:off x="9722902" y="1200834"/>
            <a:ext cx="18949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 pour x &gt;0</a:t>
            </a:r>
          </a:p>
          <a:p>
            <a:r>
              <a:rPr lang="fr-BE" dirty="0"/>
              <a:t>CEAC3 pour x&lt;0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3C1A1B0-AE69-9DF6-CCFA-1178B7BC95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99237" y="2162025"/>
            <a:ext cx="11391014" cy="100070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F26EADA-4058-8C98-0F52-36C45415C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2143"/>
            <a:ext cx="7846828" cy="98625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719A799-8ACE-4FA7-1544-1CF3E3E48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125" y="5353244"/>
            <a:ext cx="6403126" cy="732322"/>
          </a:xfrm>
          <a:prstGeom prst="rect">
            <a:avLst/>
          </a:prstGeom>
          <a:ln w="76200"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018501A-EE70-537E-21E8-45A653FA8EDD}"/>
              </a:ext>
            </a:extLst>
          </p:cNvPr>
          <p:cNvSpPr txBox="1"/>
          <p:nvPr/>
        </p:nvSpPr>
        <p:spPr>
          <a:xfrm>
            <a:off x="3157916" y="5287834"/>
            <a:ext cx="189494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CEAC4 pour x&lt;0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1A8E101-5162-04BC-1DC6-B99E2C804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856" y="4347899"/>
            <a:ext cx="6403126" cy="756377"/>
          </a:xfrm>
          <a:prstGeom prst="rect">
            <a:avLst/>
          </a:prstGeom>
          <a:ln w="76200"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191C228-6F10-072A-8FAD-11F7C97E5254}"/>
              </a:ext>
            </a:extLst>
          </p:cNvPr>
          <p:cNvSpPr txBox="1"/>
          <p:nvPr/>
        </p:nvSpPr>
        <p:spPr>
          <a:xfrm>
            <a:off x="3157916" y="4262169"/>
            <a:ext cx="189494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CEAC2 pour x&gt;0</a:t>
            </a:r>
          </a:p>
        </p:txBody>
      </p:sp>
    </p:spTree>
    <p:extLst>
      <p:ext uri="{BB962C8B-B14F-4D97-AF65-F5344CB8AC3E}">
        <p14:creationId xmlns:p14="http://schemas.microsoft.com/office/powerpoint/2010/main" val="93544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A7A21-381B-C256-8562-4435E51D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1ECAD22-3B6F-1EEF-B88D-8FE3D0C1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99237" y="0"/>
            <a:ext cx="8736263" cy="1524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1647950-51B8-9F51-E54C-1AB8990A9B62}"/>
              </a:ext>
            </a:extLst>
          </p:cNvPr>
          <p:cNvSpPr txBox="1"/>
          <p:nvPr/>
        </p:nvSpPr>
        <p:spPr>
          <a:xfrm>
            <a:off x="9722902" y="1200834"/>
            <a:ext cx="18949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CEAC1 pour x &gt;0</a:t>
            </a:r>
          </a:p>
          <a:p>
            <a:r>
              <a:rPr lang="fr-BE" dirty="0"/>
              <a:t>CEAC3 pour x&lt;0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9426E7C-8113-E2E3-A127-45C60A86B7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99237" y="2162025"/>
            <a:ext cx="11391014" cy="100070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5624971-BC03-8F86-C849-7D61B4E2EE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8000"/>
          </a:blip>
          <a:stretch>
            <a:fillRect/>
          </a:stretch>
        </p:blipFill>
        <p:spPr>
          <a:xfrm>
            <a:off x="0" y="3202143"/>
            <a:ext cx="7846828" cy="98625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807C667-D739-3048-5611-3B0178BFB09F}"/>
              </a:ext>
            </a:extLst>
          </p:cNvPr>
          <p:cNvSpPr txBox="1"/>
          <p:nvPr/>
        </p:nvSpPr>
        <p:spPr>
          <a:xfrm>
            <a:off x="9722902" y="3477591"/>
            <a:ext cx="18949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dirty="0"/>
              <a:t>CEAC2 pour x &gt;0</a:t>
            </a:r>
          </a:p>
          <a:p>
            <a:r>
              <a:rPr lang="fr-BE" dirty="0"/>
              <a:t>CEAC4 pour x&lt;0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F71F9CE-AF1A-523B-7D57-DB0B70300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80522"/>
            <a:ext cx="7768856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13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7729-184E-38ED-4E81-31B25416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8AEC61C-82EB-30DA-9AE9-E4C49B1F4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281391"/>
            <a:ext cx="8017550" cy="9784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65EFFC1-D436-B38F-B8C0-57B4F61D2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448" y="1803858"/>
            <a:ext cx="1568898" cy="591991"/>
          </a:xfrm>
          <a:prstGeom prst="rect">
            <a:avLst/>
          </a:prstGeom>
        </p:spPr>
      </p:pic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D0EB5FE3-403E-98F2-F6F5-5EB7197CB8D5}"/>
              </a:ext>
            </a:extLst>
          </p:cNvPr>
          <p:cNvSpPr/>
          <p:nvPr/>
        </p:nvSpPr>
        <p:spPr>
          <a:xfrm rot="16200000">
            <a:off x="4789967" y="375604"/>
            <a:ext cx="389860" cy="2151321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3BFE89B9-4BA0-91E7-D75C-D39BD9A22503}"/>
              </a:ext>
            </a:extLst>
          </p:cNvPr>
          <p:cNvSpPr/>
          <p:nvPr/>
        </p:nvSpPr>
        <p:spPr>
          <a:xfrm rot="16200000">
            <a:off x="7240772" y="870018"/>
            <a:ext cx="389860" cy="1162493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1F096C5-FD96-11F1-DC90-D3747E6DF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25" y="1899682"/>
            <a:ext cx="1745311" cy="49616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F2A83C2-B328-0636-8C99-D005AA1D39FF}"/>
              </a:ext>
            </a:extLst>
          </p:cNvPr>
          <p:cNvSpPr txBox="1"/>
          <p:nvPr/>
        </p:nvSpPr>
        <p:spPr>
          <a:xfrm>
            <a:off x="5319292" y="2099853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52E3C44-2443-C053-F220-CC72BCB51368}"/>
              </a:ext>
            </a:extLst>
          </p:cNvPr>
          <p:cNvSpPr txBox="1"/>
          <p:nvPr/>
        </p:nvSpPr>
        <p:spPr>
          <a:xfrm>
            <a:off x="8145141" y="2147765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02352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9392-49F4-EFCC-1AEC-8E50061E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56D1E42-1345-6299-F37B-2720499F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281391"/>
            <a:ext cx="8017550" cy="9784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9760B87-2065-024C-C6C4-28BE31671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448" y="1803858"/>
            <a:ext cx="1568898" cy="591991"/>
          </a:xfrm>
          <a:prstGeom prst="rect">
            <a:avLst/>
          </a:prstGeom>
        </p:spPr>
      </p:pic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6C457650-5932-9EC9-A0A7-8A6B0EF25DFA}"/>
              </a:ext>
            </a:extLst>
          </p:cNvPr>
          <p:cNvSpPr/>
          <p:nvPr/>
        </p:nvSpPr>
        <p:spPr>
          <a:xfrm rot="16200000">
            <a:off x="4789967" y="375604"/>
            <a:ext cx="389860" cy="2151321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535E9DFD-90C8-3BE0-E7C2-E1A2875C4E0B}"/>
              </a:ext>
            </a:extLst>
          </p:cNvPr>
          <p:cNvSpPr/>
          <p:nvPr/>
        </p:nvSpPr>
        <p:spPr>
          <a:xfrm rot="16200000">
            <a:off x="7240772" y="870018"/>
            <a:ext cx="389860" cy="1162493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1553DA7-CD76-7FD0-8332-F0748748C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25" y="1899682"/>
            <a:ext cx="1745311" cy="49616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1D1C5AA-90E4-DCF6-4237-0C6827006EB5}"/>
              </a:ext>
            </a:extLst>
          </p:cNvPr>
          <p:cNvSpPr txBox="1"/>
          <p:nvPr/>
        </p:nvSpPr>
        <p:spPr>
          <a:xfrm>
            <a:off x="5319292" y="2099853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B2DC3C1-D734-F6E9-EBC6-6E8DECF5ED1F}"/>
              </a:ext>
            </a:extLst>
          </p:cNvPr>
          <p:cNvSpPr txBox="1"/>
          <p:nvPr/>
        </p:nvSpPr>
        <p:spPr>
          <a:xfrm>
            <a:off x="8145141" y="2147765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6A19E85-80B8-EBDA-27D9-2C3285539E32}"/>
              </a:ext>
            </a:extLst>
          </p:cNvPr>
          <p:cNvSpPr/>
          <p:nvPr/>
        </p:nvSpPr>
        <p:spPr>
          <a:xfrm>
            <a:off x="6429153" y="219740"/>
            <a:ext cx="425302" cy="9784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noFill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D7E911-DD9B-46BB-B027-984B0F3E53F8}"/>
              </a:ext>
            </a:extLst>
          </p:cNvPr>
          <p:cNvSpPr txBox="1"/>
          <p:nvPr/>
        </p:nvSpPr>
        <p:spPr>
          <a:xfrm>
            <a:off x="6453360" y="1276863"/>
            <a:ext cx="545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FF0000"/>
                </a:solidFill>
              </a:rPr>
              <a:t>&gt;1</a:t>
            </a:r>
          </a:p>
        </p:txBody>
      </p:sp>
    </p:spTree>
    <p:extLst>
      <p:ext uri="{BB962C8B-B14F-4D97-AF65-F5344CB8AC3E}">
        <p14:creationId xmlns:p14="http://schemas.microsoft.com/office/powerpoint/2010/main" val="1082503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A340A-9EB4-C7F7-633F-1F6E5AB8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C4D7401-9F10-C55C-C3EF-C2764A94C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9396"/>
            <a:ext cx="12192000" cy="533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54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89CD-46C8-9DB1-D626-CAD67764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B5EAC80-7545-C6C8-CDBC-406381C0E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77328BA-2D99-9FDC-EF94-23E428C88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DB7B84F-DDB4-D124-B308-57872441E5CF}"/>
              </a:ext>
            </a:extLst>
          </p:cNvPr>
          <p:cNvCxnSpPr>
            <a:cxnSpLocks/>
          </p:cNvCxnSpPr>
          <p:nvPr/>
        </p:nvCxnSpPr>
        <p:spPr>
          <a:xfrm>
            <a:off x="5021753" y="2820306"/>
            <a:ext cx="727783" cy="8296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D9B18A32-E27F-E9D4-B798-1715576AE7D7}"/>
              </a:ext>
            </a:extLst>
          </p:cNvPr>
          <p:cNvSpPr/>
          <p:nvPr/>
        </p:nvSpPr>
        <p:spPr>
          <a:xfrm>
            <a:off x="4976484" y="2786818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A789CFF-EA50-11D2-C3AA-F879AB5CD88D}"/>
              </a:ext>
            </a:extLst>
          </p:cNvPr>
          <p:cNvCxnSpPr>
            <a:cxnSpLocks/>
          </p:cNvCxnSpPr>
          <p:nvPr/>
        </p:nvCxnSpPr>
        <p:spPr>
          <a:xfrm>
            <a:off x="4433853" y="2820306"/>
            <a:ext cx="5426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732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A2F8-E6F2-65BA-757D-0ED1B58A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2555F58-083F-54B8-050E-4AC6D6A34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D5D97EB-0031-3AD2-EA19-3296E7CAE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3D2D25E-B3A3-6EA6-0945-156D214B235C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291470" y="2190613"/>
            <a:ext cx="458066" cy="1459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BF0B8C7-9EB6-3048-B956-E94277C9142A}"/>
              </a:ext>
            </a:extLst>
          </p:cNvPr>
          <p:cNvSpPr/>
          <p:nvPr/>
        </p:nvSpPr>
        <p:spPr>
          <a:xfrm>
            <a:off x="5252778" y="2109241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F73EC83-54AF-AED0-A170-13602F758E63}"/>
              </a:ext>
            </a:extLst>
          </p:cNvPr>
          <p:cNvCxnSpPr>
            <a:cxnSpLocks/>
          </p:cNvCxnSpPr>
          <p:nvPr/>
        </p:nvCxnSpPr>
        <p:spPr>
          <a:xfrm>
            <a:off x="4433853" y="2149927"/>
            <a:ext cx="8189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3893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CD89-17B5-A10D-2013-FFBB8E69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55965B2-B3D1-0BB9-4F14-274350DED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2A90B70-A0FD-B02A-A52C-45ED50DA0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BBF7506-0869-3389-C6F7-33970365348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595086" y="1605134"/>
            <a:ext cx="117729" cy="2026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7774720B-9E31-62DB-C9DA-0F22BA7AC825}"/>
              </a:ext>
            </a:extLst>
          </p:cNvPr>
          <p:cNvSpPr/>
          <p:nvPr/>
        </p:nvSpPr>
        <p:spPr>
          <a:xfrm>
            <a:off x="5556394" y="1523762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6C5FEBF-F05E-A3C8-642A-C2DA50934B68}"/>
              </a:ext>
            </a:extLst>
          </p:cNvPr>
          <p:cNvCxnSpPr>
            <a:cxnSpLocks/>
          </p:cNvCxnSpPr>
          <p:nvPr/>
        </p:nvCxnSpPr>
        <p:spPr>
          <a:xfrm>
            <a:off x="4433853" y="1572244"/>
            <a:ext cx="11225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554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7E212-ED08-97DC-CF15-65541F72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C1981A1-0F51-EDD8-4E26-1E8B1C571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7984484-35D8-4E6B-9BC0-B3D8C0401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3FF1EA5-B202-4F7D-D494-6268B3597A47}"/>
              </a:ext>
            </a:extLst>
          </p:cNvPr>
          <p:cNvCxnSpPr>
            <a:cxnSpLocks/>
          </p:cNvCxnSpPr>
          <p:nvPr/>
        </p:nvCxnSpPr>
        <p:spPr>
          <a:xfrm>
            <a:off x="2823784" y="3351483"/>
            <a:ext cx="2912596" cy="273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986A4327-B398-202C-7E80-A9B3C061C886}"/>
              </a:ext>
            </a:extLst>
          </p:cNvPr>
          <p:cNvSpPr/>
          <p:nvPr/>
        </p:nvSpPr>
        <p:spPr>
          <a:xfrm>
            <a:off x="2746401" y="3288130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E006CB3-FCAB-AAC5-4F52-28D1FD757772}"/>
              </a:ext>
            </a:extLst>
          </p:cNvPr>
          <p:cNvCxnSpPr>
            <a:cxnSpLocks/>
          </p:cNvCxnSpPr>
          <p:nvPr/>
        </p:nvCxnSpPr>
        <p:spPr>
          <a:xfrm>
            <a:off x="2812452" y="3319806"/>
            <a:ext cx="1035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831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481B-A6BA-9666-0169-2DCE053C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256A192-25B9-EAF7-8E7B-CCEF6D3B0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04FA964-1DEE-2913-5ADC-AE0CF5B43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144B249-A96B-8FA1-110A-E9C589EE5156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2595364" y="2533931"/>
            <a:ext cx="3154172" cy="11159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CA51FAE-AA3A-C836-7B32-8B6A44E17C80}"/>
              </a:ext>
            </a:extLst>
          </p:cNvPr>
          <p:cNvSpPr/>
          <p:nvPr/>
        </p:nvSpPr>
        <p:spPr>
          <a:xfrm>
            <a:off x="2529313" y="2464476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0620CB3-CBA6-69AE-963F-D1F5D2441126}"/>
              </a:ext>
            </a:extLst>
          </p:cNvPr>
          <p:cNvCxnSpPr>
            <a:cxnSpLocks/>
          </p:cNvCxnSpPr>
          <p:nvPr/>
        </p:nvCxnSpPr>
        <p:spPr>
          <a:xfrm>
            <a:off x="2606696" y="2505162"/>
            <a:ext cx="1244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480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912A-FAE5-C4EA-8BBA-759DBE7D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3423867-3C14-D83C-C8C6-8F9726F1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F3D8384-5098-CA7E-5AF8-ACCD39E93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1969014-510C-4754-3055-BBBBA1E9EC70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2240129" y="1757678"/>
            <a:ext cx="3496251" cy="18736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1E02012-2AFF-69F4-5288-CACEFE192C96}"/>
              </a:ext>
            </a:extLst>
          </p:cNvPr>
          <p:cNvSpPr/>
          <p:nvPr/>
        </p:nvSpPr>
        <p:spPr>
          <a:xfrm>
            <a:off x="2174078" y="1688223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73ED3C5-4F77-0C90-CF2B-FDD1601653FE}"/>
              </a:ext>
            </a:extLst>
          </p:cNvPr>
          <p:cNvCxnSpPr>
            <a:cxnSpLocks/>
          </p:cNvCxnSpPr>
          <p:nvPr/>
        </p:nvCxnSpPr>
        <p:spPr>
          <a:xfrm>
            <a:off x="2240129" y="1726476"/>
            <a:ext cx="16016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548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75C5-1EAE-089B-99F7-14F46181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535C47B-8A9A-1354-1B93-8B48DC824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281391"/>
            <a:ext cx="8017550" cy="9784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6A7A973-39F5-A604-3CA5-99B79312B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448" y="1803858"/>
            <a:ext cx="1568898" cy="591991"/>
          </a:xfrm>
          <a:prstGeom prst="rect">
            <a:avLst/>
          </a:prstGeom>
        </p:spPr>
      </p:pic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6ACC76A1-7D10-BFD7-C648-442C3D6F966D}"/>
              </a:ext>
            </a:extLst>
          </p:cNvPr>
          <p:cNvSpPr/>
          <p:nvPr/>
        </p:nvSpPr>
        <p:spPr>
          <a:xfrm rot="16200000">
            <a:off x="4789967" y="375604"/>
            <a:ext cx="389860" cy="2151321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E5B8F7AE-179F-984C-73A9-B397915E9616}"/>
              </a:ext>
            </a:extLst>
          </p:cNvPr>
          <p:cNvSpPr/>
          <p:nvPr/>
        </p:nvSpPr>
        <p:spPr>
          <a:xfrm rot="16200000">
            <a:off x="7240772" y="870018"/>
            <a:ext cx="389860" cy="1162493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7619749-635D-795C-AFEA-01C383081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25" y="1899682"/>
            <a:ext cx="1745311" cy="49616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AB1F08C-BA70-1C23-6AD6-7D952C88ECFF}"/>
              </a:ext>
            </a:extLst>
          </p:cNvPr>
          <p:cNvSpPr txBox="1"/>
          <p:nvPr/>
        </p:nvSpPr>
        <p:spPr>
          <a:xfrm>
            <a:off x="5319292" y="2099853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3983413-61E6-A352-4654-0834814C597E}"/>
              </a:ext>
            </a:extLst>
          </p:cNvPr>
          <p:cNvSpPr txBox="1"/>
          <p:nvPr/>
        </p:nvSpPr>
        <p:spPr>
          <a:xfrm>
            <a:off x="8145141" y="2147765"/>
            <a:ext cx="14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B3A934-DC13-75E7-D1B4-D2E0339C3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415" y="3035650"/>
            <a:ext cx="59817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570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A0E9-D9D6-ADC0-66FE-53E966D3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A92BCD8-842F-017D-75BE-7F0D8BBF4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9" y="0"/>
            <a:ext cx="12058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114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C8F0-A554-9329-185C-396E6EB83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C21761F-5643-CD3C-4EC6-DF52A0DD6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B7F5BA-F50D-A13B-3DEF-B6ACB2C907C4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67B1A-1B25-D48C-098A-BCACC3C90529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927B62-E33A-A442-BD64-EEC47CE48828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92E6B-C26C-E64B-5EA2-2FF72F016616}"/>
              </a:ext>
            </a:extLst>
          </p:cNvPr>
          <p:cNvSpPr/>
          <p:nvPr/>
        </p:nvSpPr>
        <p:spPr>
          <a:xfrm>
            <a:off x="5196089" y="2553899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5FA80-34D6-21B9-D39E-8DC029BF58B4}"/>
              </a:ext>
            </a:extLst>
          </p:cNvPr>
          <p:cNvSpPr/>
          <p:nvPr/>
        </p:nvSpPr>
        <p:spPr>
          <a:xfrm>
            <a:off x="7057056" y="1759813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B80E53-6591-548A-8BA2-3B3C7A72141B}"/>
              </a:ext>
            </a:extLst>
          </p:cNvPr>
          <p:cNvSpPr/>
          <p:nvPr/>
        </p:nvSpPr>
        <p:spPr>
          <a:xfrm>
            <a:off x="3113419" y="255389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051A81-4C6E-3F60-1E85-6774B8C76354}"/>
              </a:ext>
            </a:extLst>
          </p:cNvPr>
          <p:cNvSpPr/>
          <p:nvPr/>
        </p:nvSpPr>
        <p:spPr>
          <a:xfrm>
            <a:off x="7084594" y="3429000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9D174-8250-38DB-7DAA-3F6D3CC2EF31}"/>
              </a:ext>
            </a:extLst>
          </p:cNvPr>
          <p:cNvSpPr/>
          <p:nvPr/>
        </p:nvSpPr>
        <p:spPr>
          <a:xfrm>
            <a:off x="7041861" y="2533989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069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F14F1-2797-1116-312A-3E0E0F45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8F77AF0-8EE3-FC80-A8DE-32D20A303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10E593-675C-4A79-414C-5D6DAED9B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EAFC93-DCFA-0235-9848-5C746F272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ABBB11-826C-C831-0F30-7AB147CC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Parabole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Approche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focale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C188CCE6-E67E-14F4-5D45-0060D0B23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9103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33E9-8C4E-83A1-9B65-EAA65A42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D4E376A-84E9-ECE7-D9D1-E25F40C2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7559"/>
            <a:ext cx="12192000" cy="478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832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60B9-5752-3CFF-82F1-FEF13C68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FB0EF43-85E3-E82C-76CA-9D4FF7EC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46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A569-1BE1-2E6E-B14A-97D915D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6605E19-ADE7-8B97-050B-B416CA1F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C666479-04FB-2345-6BDF-30E48712931E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8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5B8815B-4BF8-4078-77DF-C88363DE5105}"/>
              </a:ext>
            </a:extLst>
          </p:cNvPr>
          <p:cNvCxnSpPr>
            <a:cxnSpLocks/>
          </p:cNvCxnSpPr>
          <p:nvPr/>
        </p:nvCxnSpPr>
        <p:spPr>
          <a:xfrm>
            <a:off x="5461730" y="3530178"/>
            <a:ext cx="785944" cy="1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lipse 4">
            <a:extLst>
              <a:ext uri="{FF2B5EF4-FFF2-40B4-BE49-F238E27FC236}">
                <a16:creationId xmlns:a16="http://schemas.microsoft.com/office/drawing/2014/main" id="{409488A9-40EF-F0EF-021B-6A29BBFEA879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DDB0F3F-2C8E-684B-908B-5E26B0DAAD13}"/>
              </a:ext>
            </a:extLst>
          </p:cNvPr>
          <p:cNvCxnSpPr>
            <a:cxnSpLocks/>
          </p:cNvCxnSpPr>
          <p:nvPr/>
        </p:nvCxnSpPr>
        <p:spPr>
          <a:xfrm>
            <a:off x="4618137" y="3531396"/>
            <a:ext cx="785944" cy="1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3394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1316-AF8D-8758-023D-54F5DC36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990C80E-4862-780C-E80C-AC2F90F36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720BC66-27B4-46C3-673B-2F7C9D769A05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8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16DA09C-D325-5E2D-69F1-187E428E5737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5660906" y="2737862"/>
            <a:ext cx="586768" cy="7935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lipse 4">
            <a:extLst>
              <a:ext uri="{FF2B5EF4-FFF2-40B4-BE49-F238E27FC236}">
                <a16:creationId xmlns:a16="http://schemas.microsoft.com/office/drawing/2014/main" id="{461FA280-84FA-700B-0952-FA4C2EE79D91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C0A4BD3-25E6-79BC-80BB-506ACF1A0B6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4626447" y="2706639"/>
            <a:ext cx="968408" cy="2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lipse 7">
            <a:extLst>
              <a:ext uri="{FF2B5EF4-FFF2-40B4-BE49-F238E27FC236}">
                <a16:creationId xmlns:a16="http://schemas.microsoft.com/office/drawing/2014/main" id="{3B5AC667-4107-2C96-82DE-6BB68EC1D3D4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D5FA7B3-5464-5416-5896-351B7B7F0B5D}"/>
              </a:ext>
            </a:extLst>
          </p:cNvPr>
          <p:cNvGrpSpPr/>
          <p:nvPr/>
        </p:nvGrpSpPr>
        <p:grpSpPr>
          <a:xfrm>
            <a:off x="4640623" y="3536132"/>
            <a:ext cx="1621227" cy="863011"/>
            <a:chOff x="4778847" y="2820807"/>
            <a:chExt cx="1621227" cy="863011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50044E7D-538C-762E-E582-6D9431828345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>
              <a:off x="5813306" y="2890262"/>
              <a:ext cx="586768" cy="793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62C5275-D6DA-42D2-D4E7-36C094FFC3F6}"/>
                </a:ext>
              </a:extLst>
            </p:cNvPr>
            <p:cNvSpPr/>
            <p:nvPr/>
          </p:nvSpPr>
          <p:spPr>
            <a:xfrm>
              <a:off x="5747255" y="2820807"/>
              <a:ext cx="77383" cy="8137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02A7108-DA90-78D2-D50D-999836864F53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4778847" y="2859039"/>
              <a:ext cx="968408" cy="24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27331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4C21-475C-335D-CFFD-659086E1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5AFFCDD-62E3-CF47-B21B-EF12783C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C2F62CC-A22E-6C88-CDCF-3A089AE18F0D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8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D636F8D-2E99-C835-790F-D090C2D97025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41C2329-F60C-EE54-5527-85982E3A34FE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152F74F-1DA5-412C-AF22-5C6A638D7EE8}"/>
              </a:ext>
            </a:extLst>
          </p:cNvPr>
          <p:cNvSpPr/>
          <p:nvPr/>
        </p:nvSpPr>
        <p:spPr>
          <a:xfrm>
            <a:off x="5811050" y="2317533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CF173F7-0389-81A8-D923-4CEF81A28B05}"/>
              </a:ext>
            </a:extLst>
          </p:cNvPr>
          <p:cNvSpPr/>
          <p:nvPr/>
        </p:nvSpPr>
        <p:spPr>
          <a:xfrm>
            <a:off x="5811050" y="4635066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F1F6939-D79E-347E-B2E6-7166CAF415D2}"/>
              </a:ext>
            </a:extLst>
          </p:cNvPr>
          <p:cNvSpPr/>
          <p:nvPr/>
        </p:nvSpPr>
        <p:spPr>
          <a:xfrm>
            <a:off x="5594855" y="428764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866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7500-E5DC-3133-DA7B-38FE7EE2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7339524-5F8F-22B2-82FA-E25D39E43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CE7BB33-1F95-9413-AE80-91DB6519A9B2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8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820FD81-8394-FA39-F554-CE48422612C4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33FC4B1-22B2-6CA6-2699-477485EE9A7B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8D1B6A-0829-7F8C-9D20-A1BFE3B14273}"/>
              </a:ext>
            </a:extLst>
          </p:cNvPr>
          <p:cNvSpPr/>
          <p:nvPr/>
        </p:nvSpPr>
        <p:spPr>
          <a:xfrm>
            <a:off x="6018617" y="2048175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A0A46E0-BC1E-C21E-79A7-A8AA0A2C5DF8}"/>
              </a:ext>
            </a:extLst>
          </p:cNvPr>
          <p:cNvSpPr/>
          <p:nvPr/>
        </p:nvSpPr>
        <p:spPr>
          <a:xfrm>
            <a:off x="6018616" y="4911512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FC90804-2A61-C750-5584-9321223A2973}"/>
              </a:ext>
            </a:extLst>
          </p:cNvPr>
          <p:cNvSpPr/>
          <p:nvPr/>
        </p:nvSpPr>
        <p:spPr>
          <a:xfrm>
            <a:off x="5594855" y="428764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5D1496A-F751-F6B7-22E4-FF8536AEA1EC}"/>
              </a:ext>
            </a:extLst>
          </p:cNvPr>
          <p:cNvSpPr/>
          <p:nvPr/>
        </p:nvSpPr>
        <p:spPr>
          <a:xfrm>
            <a:off x="5803962" y="463851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FE400C8-FD7B-9081-5C82-7590A439C603}"/>
              </a:ext>
            </a:extLst>
          </p:cNvPr>
          <p:cNvSpPr/>
          <p:nvPr/>
        </p:nvSpPr>
        <p:spPr>
          <a:xfrm>
            <a:off x="5803961" y="233171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8651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2BE2-66F8-DDB3-33FE-94D1EA33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5ACF949-2BED-D4C1-AAEC-09BE9416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633428B-4E64-CB8A-456C-982CB34593B7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8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13F3FCA-A4AE-A1DA-4D01-2E3BB438B41E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9F7536C-83CD-C739-5A3A-E5DEC9D29BB3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CCE5E35-6521-E529-558F-FBB931648104}"/>
              </a:ext>
            </a:extLst>
          </p:cNvPr>
          <p:cNvSpPr/>
          <p:nvPr/>
        </p:nvSpPr>
        <p:spPr>
          <a:xfrm>
            <a:off x="6210003" y="1856789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8206A76-87B7-11FE-9762-E9437B28C09A}"/>
              </a:ext>
            </a:extLst>
          </p:cNvPr>
          <p:cNvSpPr/>
          <p:nvPr/>
        </p:nvSpPr>
        <p:spPr>
          <a:xfrm>
            <a:off x="6210002" y="5124163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E7119DD-300B-6A70-D9C9-A31D389DDF1B}"/>
              </a:ext>
            </a:extLst>
          </p:cNvPr>
          <p:cNvSpPr/>
          <p:nvPr/>
        </p:nvSpPr>
        <p:spPr>
          <a:xfrm>
            <a:off x="5594855" y="428764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E73528-2F0C-BB19-1D96-F665F9E42501}"/>
              </a:ext>
            </a:extLst>
          </p:cNvPr>
          <p:cNvSpPr/>
          <p:nvPr/>
        </p:nvSpPr>
        <p:spPr>
          <a:xfrm>
            <a:off x="5803962" y="463851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CD69459-F820-FEB9-1A84-FB7A08B56928}"/>
              </a:ext>
            </a:extLst>
          </p:cNvPr>
          <p:cNvSpPr/>
          <p:nvPr/>
        </p:nvSpPr>
        <p:spPr>
          <a:xfrm>
            <a:off x="5803961" y="233171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9078754-7281-C5C6-811C-3227B16966F1}"/>
              </a:ext>
            </a:extLst>
          </p:cNvPr>
          <p:cNvSpPr/>
          <p:nvPr/>
        </p:nvSpPr>
        <p:spPr>
          <a:xfrm>
            <a:off x="6018617" y="4890153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13CBC34-B58E-1580-C7D3-7E971A4BAAE6}"/>
              </a:ext>
            </a:extLst>
          </p:cNvPr>
          <p:cNvSpPr/>
          <p:nvPr/>
        </p:nvSpPr>
        <p:spPr>
          <a:xfrm>
            <a:off x="6018617" y="206589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4034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B5D0-C9D9-7A55-4F70-CC00986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EF74E7C-8013-5E65-D2F1-E838E63AE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2035CF6-DFE4-62E2-328D-70D1523548BB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8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EE72D14-8065-9242-1A8F-868B096FFFC7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150052E-82D6-D80A-7008-983C75FE3736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2979EEF-8F06-4F5B-41A8-0AD40E2FC118}"/>
              </a:ext>
            </a:extLst>
          </p:cNvPr>
          <p:cNvSpPr/>
          <p:nvPr/>
        </p:nvSpPr>
        <p:spPr>
          <a:xfrm>
            <a:off x="5594855" y="428764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599A6CE-1DBA-F32F-1F87-F0063151A911}"/>
              </a:ext>
            </a:extLst>
          </p:cNvPr>
          <p:cNvSpPr/>
          <p:nvPr/>
        </p:nvSpPr>
        <p:spPr>
          <a:xfrm>
            <a:off x="5803962" y="463851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234B85D-486D-ABA3-2053-9F790AFCFE66}"/>
              </a:ext>
            </a:extLst>
          </p:cNvPr>
          <p:cNvSpPr/>
          <p:nvPr/>
        </p:nvSpPr>
        <p:spPr>
          <a:xfrm>
            <a:off x="5803961" y="233171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84CCD50-97C0-173F-AB7F-AAD36D9A9620}"/>
              </a:ext>
            </a:extLst>
          </p:cNvPr>
          <p:cNvSpPr/>
          <p:nvPr/>
        </p:nvSpPr>
        <p:spPr>
          <a:xfrm>
            <a:off x="6018617" y="4890153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1FBCB9A-0DC2-E3C2-3101-9D4F66911164}"/>
              </a:ext>
            </a:extLst>
          </p:cNvPr>
          <p:cNvSpPr/>
          <p:nvPr/>
        </p:nvSpPr>
        <p:spPr>
          <a:xfrm>
            <a:off x="6018617" y="206589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B8F6636-2535-2935-D318-3EE6BC4D6B67}"/>
              </a:ext>
            </a:extLst>
          </p:cNvPr>
          <p:cNvSpPr/>
          <p:nvPr/>
        </p:nvSpPr>
        <p:spPr>
          <a:xfrm>
            <a:off x="6206459" y="1856789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2C2E0E0-06CB-D175-E185-24F114F40C17}"/>
              </a:ext>
            </a:extLst>
          </p:cNvPr>
          <p:cNvSpPr/>
          <p:nvPr/>
        </p:nvSpPr>
        <p:spPr>
          <a:xfrm>
            <a:off x="6415566" y="165477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55BAFF0-9CC0-5C91-5A88-02AEE97E3CF0}"/>
              </a:ext>
            </a:extLst>
          </p:cNvPr>
          <p:cNvSpPr/>
          <p:nvPr/>
        </p:nvSpPr>
        <p:spPr>
          <a:xfrm>
            <a:off x="6617585" y="150237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801EC38-81AC-AFA2-160C-06155C7C08DF}"/>
              </a:ext>
            </a:extLst>
          </p:cNvPr>
          <p:cNvSpPr/>
          <p:nvPr/>
        </p:nvSpPr>
        <p:spPr>
          <a:xfrm>
            <a:off x="6819603" y="131452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7E9B0A8-8967-72C8-1D01-CEA4FFC0DA54}"/>
              </a:ext>
            </a:extLst>
          </p:cNvPr>
          <p:cNvSpPr/>
          <p:nvPr/>
        </p:nvSpPr>
        <p:spPr>
          <a:xfrm>
            <a:off x="7042887" y="116212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61E9515-861E-A270-F713-2488BF1B2937}"/>
              </a:ext>
            </a:extLst>
          </p:cNvPr>
          <p:cNvSpPr/>
          <p:nvPr/>
        </p:nvSpPr>
        <p:spPr>
          <a:xfrm>
            <a:off x="7237817" y="1023905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F21BF90-4A9F-E054-4A5F-8E9EB43DAF57}"/>
              </a:ext>
            </a:extLst>
          </p:cNvPr>
          <p:cNvSpPr/>
          <p:nvPr/>
        </p:nvSpPr>
        <p:spPr>
          <a:xfrm>
            <a:off x="6206458" y="5142365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ECB553C-E353-1589-7547-93CAC7253C01}"/>
              </a:ext>
            </a:extLst>
          </p:cNvPr>
          <p:cNvSpPr/>
          <p:nvPr/>
        </p:nvSpPr>
        <p:spPr>
          <a:xfrm>
            <a:off x="6415565" y="531603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DF7B059-A519-5989-264C-747C956DC943}"/>
              </a:ext>
            </a:extLst>
          </p:cNvPr>
          <p:cNvSpPr/>
          <p:nvPr/>
        </p:nvSpPr>
        <p:spPr>
          <a:xfrm>
            <a:off x="6579188" y="551096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923D5F85-3BF5-D583-6C5A-273DD6505266}"/>
              </a:ext>
            </a:extLst>
          </p:cNvPr>
          <p:cNvSpPr/>
          <p:nvPr/>
        </p:nvSpPr>
        <p:spPr>
          <a:xfrm>
            <a:off x="6819603" y="566336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0F18149-1F82-C497-9E43-04F5B2D6DF48}"/>
              </a:ext>
            </a:extLst>
          </p:cNvPr>
          <p:cNvSpPr/>
          <p:nvPr/>
        </p:nvSpPr>
        <p:spPr>
          <a:xfrm>
            <a:off x="7004195" y="582284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CC9459F-D977-A9F9-BA8B-C2D446BE5FD7}"/>
              </a:ext>
            </a:extLst>
          </p:cNvPr>
          <p:cNvSpPr/>
          <p:nvPr/>
        </p:nvSpPr>
        <p:spPr>
          <a:xfrm>
            <a:off x="7235156" y="597524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CF6BCA2-2E36-F6A4-0E63-FE83435B070D}"/>
              </a:ext>
            </a:extLst>
          </p:cNvPr>
          <p:cNvSpPr/>
          <p:nvPr/>
        </p:nvSpPr>
        <p:spPr>
          <a:xfrm>
            <a:off x="7444263" y="611347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813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05B47-3F1A-B291-9DE8-987EA740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B529D1A-1BDC-90EE-DD78-62683663E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745" y="0"/>
            <a:ext cx="10018510" cy="685800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AF75005-8235-BBBA-4AF4-BA6111F45AB6}"/>
              </a:ext>
            </a:extLst>
          </p:cNvPr>
          <p:cNvCxnSpPr/>
          <p:nvPr/>
        </p:nvCxnSpPr>
        <p:spPr>
          <a:xfrm flipV="1">
            <a:off x="1438940" y="1049079"/>
            <a:ext cx="8569841" cy="50752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602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90B0-A78C-6DA6-EFED-8DCF14ED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CE3958-FDEB-1F10-C0E5-77200A257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142" y="0"/>
            <a:ext cx="9027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577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D3EDE-AA6B-7D36-B744-D76014E46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EDB889A-7A49-A4BB-651C-9F9E9D176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562"/>
            <a:ext cx="12192000" cy="628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34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CDC9-8FDA-1C1C-0838-925F9B03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51CA348-151F-7528-0888-46641864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3101"/>
            <a:ext cx="12192000" cy="417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621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FF0F4-D703-6412-815A-F0450671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3F9481-83B9-7862-09F7-9AC7121A5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5933"/>
            <a:ext cx="12192000" cy="344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691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7CBD-91C0-8088-76A7-B9219F85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E0DF28-744F-203A-E352-E4B1524E2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0811"/>
            <a:ext cx="12192000" cy="349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27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F740-A486-F601-036C-C2EACB7D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FEF9A05-C66C-B0BF-3AB0-23B1A3C2E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834"/>
            <a:ext cx="12192000" cy="377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215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0E80-62B5-79C0-F6EA-CBB7929E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569B430-6169-DC04-F956-26D71A995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2605087"/>
            <a:ext cx="11839575" cy="164782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4AD5204-EFC9-50EB-6013-145C5C1F5644}"/>
              </a:ext>
            </a:extLst>
          </p:cNvPr>
          <p:cNvSpPr txBox="1"/>
          <p:nvPr/>
        </p:nvSpPr>
        <p:spPr>
          <a:xfrm>
            <a:off x="2417135" y="43377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4"/>
              </a:rPr>
              <a:t>https://www.geogebra.org/graphing/abpjsq7u</a:t>
            </a: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8329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7BF0-5394-110A-EDD5-DB2E58B5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5ECBAF-3381-1363-DE08-788447508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226"/>
            <a:ext cx="12192000" cy="168010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F86A37F-90B5-1017-F222-8EB68F51EDF2}"/>
              </a:ext>
            </a:extLst>
          </p:cNvPr>
          <p:cNvSpPr txBox="1"/>
          <p:nvPr/>
        </p:nvSpPr>
        <p:spPr>
          <a:xfrm>
            <a:off x="3671777" y="3912781"/>
            <a:ext cx="4635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Le foyer ? La directrice ?</a:t>
            </a:r>
          </a:p>
        </p:txBody>
      </p:sp>
    </p:spTree>
    <p:extLst>
      <p:ext uri="{BB962C8B-B14F-4D97-AF65-F5344CB8AC3E}">
        <p14:creationId xmlns:p14="http://schemas.microsoft.com/office/powerpoint/2010/main" val="2265737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C90E-60E7-5A74-40C1-444FA7A4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77E0253-318E-320F-0FA9-60FFFB990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845"/>
            <a:ext cx="12192000" cy="100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772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B0FB-2F87-8E5C-3617-75334441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E905EAC-8A43-16C1-BA40-AB7E15D87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332"/>
            <a:ext cx="12192000" cy="136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391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C15F-A3C6-9AC7-2080-AC5E2C80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62A425E-4959-7B0B-00FA-66389B7A3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86F01A-D7E8-54CD-A3C5-9990CB791F68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C7203B-DD82-71D5-D388-9E92881367BE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0B48C-1C9B-B5A6-33EE-FD7055B6A4FE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1A8C4-F33F-C8C8-AE95-51FAD7A4F0E4}"/>
              </a:ext>
            </a:extLst>
          </p:cNvPr>
          <p:cNvSpPr/>
          <p:nvPr/>
        </p:nvSpPr>
        <p:spPr>
          <a:xfrm>
            <a:off x="7057056" y="1759813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7D87D-D7E0-20B4-AB3F-7570E14512D1}"/>
              </a:ext>
            </a:extLst>
          </p:cNvPr>
          <p:cNvSpPr/>
          <p:nvPr/>
        </p:nvSpPr>
        <p:spPr>
          <a:xfrm>
            <a:off x="3113419" y="255389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80AB15-D90E-D690-2805-E60595FE1D98}"/>
              </a:ext>
            </a:extLst>
          </p:cNvPr>
          <p:cNvSpPr/>
          <p:nvPr/>
        </p:nvSpPr>
        <p:spPr>
          <a:xfrm>
            <a:off x="7041861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19FE29-DEEB-C52F-14F3-353AF9D490CB}"/>
              </a:ext>
            </a:extLst>
          </p:cNvPr>
          <p:cNvSpPr/>
          <p:nvPr/>
        </p:nvSpPr>
        <p:spPr>
          <a:xfrm>
            <a:off x="7041861" y="2533989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EF2434-3869-4E46-C0D3-2B48D9D70EBC}"/>
              </a:ext>
            </a:extLst>
          </p:cNvPr>
          <p:cNvSpPr/>
          <p:nvPr/>
        </p:nvSpPr>
        <p:spPr>
          <a:xfrm>
            <a:off x="3113419" y="4142068"/>
            <a:ext cx="7839646" cy="8751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0CFFAF-FCDA-593B-131A-8684762983B4}"/>
              </a:ext>
            </a:extLst>
          </p:cNvPr>
          <p:cNvSpPr/>
          <p:nvPr/>
        </p:nvSpPr>
        <p:spPr>
          <a:xfrm>
            <a:off x="5096478" y="253398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733FAC-B145-A9CD-6D7D-C9165C2216BF}"/>
              </a:ext>
            </a:extLst>
          </p:cNvPr>
          <p:cNvSpPr/>
          <p:nvPr/>
        </p:nvSpPr>
        <p:spPr>
          <a:xfrm>
            <a:off x="5096478" y="333802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4109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CDBF6-AE8F-A728-0061-8AF73C8A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1ABD156-3452-F3E3-F0B7-D739904AF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F6C995-5061-A6E5-0543-8DC54AFCE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C4A6E5-47C0-8B71-B9B6-68F5F6A0D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615AD95-AABE-5BEF-77AC-726027F0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Coniques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Approche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focale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1F852F96-3B04-415B-64FC-1B2D22E37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3583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189BAFE-76C9-84BE-AB35-B9D41AA8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56" y="0"/>
            <a:ext cx="10888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228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4724C-AF0F-8199-39B2-685F573F5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36E0F08-E7BE-0C50-7D45-B9C7B994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356"/>
            <a:ext cx="12192000" cy="502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898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5454C-FB8B-DE40-301F-7FCBD44F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803A208-94EC-F7BA-9D94-97E6F84DE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356"/>
            <a:ext cx="12192000" cy="502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020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CDDF-36E0-37D0-782F-E6767100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91402D7-D304-E93F-B0FA-03C2CD96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0873"/>
            <a:ext cx="12192000" cy="351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56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F1E30AD3-39AA-C8DD-7D9F-4AE46BDEAD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5" t="10811" r="11487" b="5667"/>
          <a:stretch>
            <a:fillRect/>
          </a:stretch>
        </p:blipFill>
        <p:spPr>
          <a:xfrm rot="1808297">
            <a:off x="1649191" y="965529"/>
            <a:ext cx="3168999" cy="2769506"/>
          </a:xfrm>
          <a:prstGeom prst="rect">
            <a:avLst/>
          </a:prstGeom>
          <a:ln>
            <a:noFill/>
          </a:ln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4CB2D07-C42B-6603-CB12-465984ED4B9B}"/>
              </a:ext>
            </a:extLst>
          </p:cNvPr>
          <p:cNvCxnSpPr>
            <a:cxnSpLocks/>
          </p:cNvCxnSpPr>
          <p:nvPr/>
        </p:nvCxnSpPr>
        <p:spPr>
          <a:xfrm flipH="1" flipV="1">
            <a:off x="1266155" y="354479"/>
            <a:ext cx="28203" cy="37143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66C727A-0569-96F9-2CD5-4D1B0C9B0DAD}"/>
              </a:ext>
            </a:extLst>
          </p:cNvPr>
          <p:cNvCxnSpPr>
            <a:cxnSpLocks/>
          </p:cNvCxnSpPr>
          <p:nvPr/>
        </p:nvCxnSpPr>
        <p:spPr>
          <a:xfrm>
            <a:off x="468256" y="3645465"/>
            <a:ext cx="5579885" cy="5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4A1C827D-9237-B9DF-7379-8DA2F9336462}"/>
              </a:ext>
            </a:extLst>
          </p:cNvPr>
          <p:cNvSpPr txBox="1"/>
          <p:nvPr/>
        </p:nvSpPr>
        <p:spPr>
          <a:xfrm rot="21401676">
            <a:off x="5669925" y="3721549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x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63C9E8A-81D5-B5DB-A735-864C57D7FB71}"/>
              </a:ext>
            </a:extLst>
          </p:cNvPr>
          <p:cNvSpPr txBox="1"/>
          <p:nvPr/>
        </p:nvSpPr>
        <p:spPr>
          <a:xfrm rot="21401676">
            <a:off x="842135" y="312924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y</a:t>
            </a:r>
          </a:p>
        </p:txBody>
      </p:sp>
      <p:pic>
        <p:nvPicPr>
          <p:cNvPr id="64" name="Image 63">
            <a:extLst>
              <a:ext uri="{FF2B5EF4-FFF2-40B4-BE49-F238E27FC236}">
                <a16:creationId xmlns:a16="http://schemas.microsoft.com/office/drawing/2014/main" id="{77091FF2-9B51-B509-A112-C9C7D97F5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5" t="10811" r="11487" b="5667"/>
          <a:stretch>
            <a:fillRect/>
          </a:stretch>
        </p:blipFill>
        <p:spPr>
          <a:xfrm rot="7269931">
            <a:off x="7955746" y="3460951"/>
            <a:ext cx="2975410" cy="2600321"/>
          </a:xfrm>
          <a:prstGeom prst="rect">
            <a:avLst/>
          </a:prstGeom>
          <a:ln>
            <a:noFill/>
          </a:ln>
        </p:spPr>
      </p:pic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09CE538-4ABA-0736-0EB1-0C9D979DEC4A}"/>
              </a:ext>
            </a:extLst>
          </p:cNvPr>
          <p:cNvCxnSpPr>
            <a:cxnSpLocks/>
          </p:cNvCxnSpPr>
          <p:nvPr/>
        </p:nvCxnSpPr>
        <p:spPr>
          <a:xfrm flipH="1" flipV="1">
            <a:off x="6766194" y="2992646"/>
            <a:ext cx="28203" cy="37143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DFF76F0C-8791-DE0D-27A5-B24D7896DC85}"/>
              </a:ext>
            </a:extLst>
          </p:cNvPr>
          <p:cNvCxnSpPr>
            <a:cxnSpLocks/>
          </p:cNvCxnSpPr>
          <p:nvPr/>
        </p:nvCxnSpPr>
        <p:spPr>
          <a:xfrm>
            <a:off x="6331898" y="6509240"/>
            <a:ext cx="5579885" cy="5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ZoneTexte 68">
            <a:extLst>
              <a:ext uri="{FF2B5EF4-FFF2-40B4-BE49-F238E27FC236}">
                <a16:creationId xmlns:a16="http://schemas.microsoft.com/office/drawing/2014/main" id="{9907A9EB-B843-84FE-2DEE-0D6C766773E2}"/>
              </a:ext>
            </a:extLst>
          </p:cNvPr>
          <p:cNvSpPr txBox="1"/>
          <p:nvPr/>
        </p:nvSpPr>
        <p:spPr>
          <a:xfrm rot="21401676">
            <a:off x="11540141" y="6450643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x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E73EEC9-442F-7AEE-4E20-D4BC4429D388}"/>
              </a:ext>
            </a:extLst>
          </p:cNvPr>
          <p:cNvSpPr txBox="1"/>
          <p:nvPr/>
        </p:nvSpPr>
        <p:spPr>
          <a:xfrm rot="21401676">
            <a:off x="6464760" y="2930718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969553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AF814-F8E3-4488-32E1-597EA072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2E3A2A6-B6A9-CA73-714F-8580617BA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210979">
            <a:off x="7037798" y="3256650"/>
            <a:ext cx="4330632" cy="285307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A3938011-10DA-B663-E905-6F8CEBBD0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62261">
            <a:off x="942257" y="1239193"/>
            <a:ext cx="4330632" cy="2853070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DA817F0-80D7-5B74-E336-D0F3BD38DAE6}"/>
              </a:ext>
            </a:extLst>
          </p:cNvPr>
          <p:cNvCxnSpPr>
            <a:cxnSpLocks/>
          </p:cNvCxnSpPr>
          <p:nvPr/>
        </p:nvCxnSpPr>
        <p:spPr>
          <a:xfrm flipH="1" flipV="1">
            <a:off x="1266155" y="354479"/>
            <a:ext cx="28203" cy="37143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4678836-EB22-17F1-53D9-A099FCD0D9AC}"/>
              </a:ext>
            </a:extLst>
          </p:cNvPr>
          <p:cNvCxnSpPr>
            <a:cxnSpLocks/>
          </p:cNvCxnSpPr>
          <p:nvPr/>
        </p:nvCxnSpPr>
        <p:spPr>
          <a:xfrm>
            <a:off x="468256" y="3645465"/>
            <a:ext cx="5579885" cy="5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B988D331-BF3C-DB8B-D534-6904AAEF1823}"/>
              </a:ext>
            </a:extLst>
          </p:cNvPr>
          <p:cNvSpPr txBox="1"/>
          <p:nvPr/>
        </p:nvSpPr>
        <p:spPr>
          <a:xfrm rot="21401676">
            <a:off x="5669925" y="3721549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x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A926F95-D488-1597-CB50-7D95DCDC432F}"/>
              </a:ext>
            </a:extLst>
          </p:cNvPr>
          <p:cNvSpPr txBox="1"/>
          <p:nvPr/>
        </p:nvSpPr>
        <p:spPr>
          <a:xfrm rot="21401676">
            <a:off x="842135" y="312924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y</a:t>
            </a:r>
          </a:p>
        </p:txBody>
      </p: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D2B3D27-3B52-5EE5-3B66-6E7B4BBC55F0}"/>
              </a:ext>
            </a:extLst>
          </p:cNvPr>
          <p:cNvCxnSpPr>
            <a:cxnSpLocks/>
          </p:cNvCxnSpPr>
          <p:nvPr/>
        </p:nvCxnSpPr>
        <p:spPr>
          <a:xfrm flipH="1" flipV="1">
            <a:off x="6766194" y="2992646"/>
            <a:ext cx="28203" cy="37143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2BAA6AB8-24C3-2A22-B4BB-DA150CEF997B}"/>
              </a:ext>
            </a:extLst>
          </p:cNvPr>
          <p:cNvCxnSpPr>
            <a:cxnSpLocks/>
          </p:cNvCxnSpPr>
          <p:nvPr/>
        </p:nvCxnSpPr>
        <p:spPr>
          <a:xfrm>
            <a:off x="6331898" y="6509240"/>
            <a:ext cx="5579885" cy="5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ZoneTexte 68">
            <a:extLst>
              <a:ext uri="{FF2B5EF4-FFF2-40B4-BE49-F238E27FC236}">
                <a16:creationId xmlns:a16="http://schemas.microsoft.com/office/drawing/2014/main" id="{1F34B20D-BE64-427F-FFE9-0902B168EDF1}"/>
              </a:ext>
            </a:extLst>
          </p:cNvPr>
          <p:cNvSpPr txBox="1"/>
          <p:nvPr/>
        </p:nvSpPr>
        <p:spPr>
          <a:xfrm rot="21401676">
            <a:off x="11540141" y="6450643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x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5AA00A23-7FA3-0749-67EB-593397DE9524}"/>
              </a:ext>
            </a:extLst>
          </p:cNvPr>
          <p:cNvSpPr txBox="1"/>
          <p:nvPr/>
        </p:nvSpPr>
        <p:spPr>
          <a:xfrm rot="21401676">
            <a:off x="6464760" y="2930718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2571334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1A6FF-6C9E-B949-B4AD-A033C88A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34">
            <a:extLst>
              <a:ext uri="{FF2B5EF4-FFF2-40B4-BE49-F238E27FC236}">
                <a16:creationId xmlns:a16="http://schemas.microsoft.com/office/drawing/2014/main" id="{A2247E2A-3E2E-9036-5BFD-27C9876BEC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49" t="1423" r="10759" b="21359"/>
          <a:stretch>
            <a:fillRect/>
          </a:stretch>
        </p:blipFill>
        <p:spPr>
          <a:xfrm rot="7410114">
            <a:off x="7278544" y="4355180"/>
            <a:ext cx="2803487" cy="2709468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0AB07FE1-925D-36CB-9A0D-52EF8485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50" b="21359"/>
          <a:stretch>
            <a:fillRect/>
          </a:stretch>
        </p:blipFill>
        <p:spPr>
          <a:xfrm rot="12616260">
            <a:off x="6660103" y="521860"/>
            <a:ext cx="3354961" cy="2759394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8FA0C76C-860D-3DE9-8C88-A86169733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50" b="21359"/>
          <a:stretch>
            <a:fillRect/>
          </a:stretch>
        </p:blipFill>
        <p:spPr>
          <a:xfrm rot="18033000">
            <a:off x="1765876" y="2917455"/>
            <a:ext cx="3354961" cy="2759394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349D6CF0-7104-AC58-9CA6-93505EA0E6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50" b="21359"/>
          <a:stretch>
            <a:fillRect/>
          </a:stretch>
        </p:blipFill>
        <p:spPr>
          <a:xfrm rot="1798430">
            <a:off x="1120541" y="521860"/>
            <a:ext cx="3354961" cy="2759394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1D4596EF-A053-3CEB-E8BD-F3D4FF7D83DA}"/>
              </a:ext>
            </a:extLst>
          </p:cNvPr>
          <p:cNvGrpSpPr/>
          <p:nvPr/>
        </p:nvGrpSpPr>
        <p:grpSpPr>
          <a:xfrm>
            <a:off x="227537" y="242967"/>
            <a:ext cx="3224786" cy="2799967"/>
            <a:chOff x="468256" y="312924"/>
            <a:chExt cx="5579885" cy="3755862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1DF403F9-9BEE-EECD-F117-2FB393300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6155" y="354479"/>
              <a:ext cx="28203" cy="371430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827B0DD2-EC65-8B07-EC0B-BD98F45B824E}"/>
                </a:ext>
              </a:extLst>
            </p:cNvPr>
            <p:cNvCxnSpPr>
              <a:cxnSpLocks/>
            </p:cNvCxnSpPr>
            <p:nvPr/>
          </p:nvCxnSpPr>
          <p:spPr>
            <a:xfrm>
              <a:off x="468256" y="3645465"/>
              <a:ext cx="5579885" cy="572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CD97930B-1DE7-5B77-FDC8-6C5CE0FDEB75}"/>
                </a:ext>
              </a:extLst>
            </p:cNvPr>
            <p:cNvSpPr txBox="1"/>
            <p:nvPr/>
          </p:nvSpPr>
          <p:spPr>
            <a:xfrm rot="21401676">
              <a:off x="5669925" y="3721549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x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2F0FFDE-3482-1B7D-CAFE-A6B832E58D9C}"/>
                </a:ext>
              </a:extLst>
            </p:cNvPr>
            <p:cNvSpPr txBox="1"/>
            <p:nvPr/>
          </p:nvSpPr>
          <p:spPr>
            <a:xfrm rot="21401676">
              <a:off x="842135" y="312924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y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077C1D6D-DC2C-43FF-D333-FEB2BFA42FD9}"/>
              </a:ext>
            </a:extLst>
          </p:cNvPr>
          <p:cNvGrpSpPr/>
          <p:nvPr/>
        </p:nvGrpSpPr>
        <p:grpSpPr>
          <a:xfrm>
            <a:off x="7109637" y="447237"/>
            <a:ext cx="4192546" cy="2595697"/>
            <a:chOff x="6331898" y="2930718"/>
            <a:chExt cx="5579885" cy="3776235"/>
          </a:xfrm>
        </p:grpSpPr>
        <p:cxnSp>
          <p:nvCxnSpPr>
            <p:cNvPr id="65" name="Connecteur droit 64">
              <a:extLst>
                <a:ext uri="{FF2B5EF4-FFF2-40B4-BE49-F238E27FC236}">
                  <a16:creationId xmlns:a16="http://schemas.microsoft.com/office/drawing/2014/main" id="{6BFFD454-6C23-B1AD-0F4B-574126A66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6194" y="2992646"/>
              <a:ext cx="28203" cy="371430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8" name="Connecteur droit 67">
              <a:extLst>
                <a:ext uri="{FF2B5EF4-FFF2-40B4-BE49-F238E27FC236}">
                  <a16:creationId xmlns:a16="http://schemas.microsoft.com/office/drawing/2014/main" id="{7FE92BA8-BBA7-90E7-6FAE-23172E94D90C}"/>
                </a:ext>
              </a:extLst>
            </p:cNvPr>
            <p:cNvCxnSpPr>
              <a:cxnSpLocks/>
            </p:cNvCxnSpPr>
            <p:nvPr/>
          </p:nvCxnSpPr>
          <p:spPr>
            <a:xfrm>
              <a:off x="6331898" y="6509240"/>
              <a:ext cx="5579885" cy="572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5FB4471D-F65C-D802-2E40-FD344E708875}"/>
                </a:ext>
              </a:extLst>
            </p:cNvPr>
            <p:cNvSpPr txBox="1"/>
            <p:nvPr/>
          </p:nvSpPr>
          <p:spPr>
            <a:xfrm rot="21401676">
              <a:off x="11540141" y="6450643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x</a:t>
              </a:r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B95734D4-DBAE-BCBD-1A7F-C4F4C72263C1}"/>
                </a:ext>
              </a:extLst>
            </p:cNvPr>
            <p:cNvSpPr txBox="1"/>
            <p:nvPr/>
          </p:nvSpPr>
          <p:spPr>
            <a:xfrm rot="21401676">
              <a:off x="6464760" y="2930718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y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E244E5C8-FD4E-EC99-E8F1-02FBA00A1301}"/>
              </a:ext>
            </a:extLst>
          </p:cNvPr>
          <p:cNvGrpSpPr/>
          <p:nvPr/>
        </p:nvGrpSpPr>
        <p:grpSpPr>
          <a:xfrm>
            <a:off x="1095862" y="3903821"/>
            <a:ext cx="3224786" cy="2799967"/>
            <a:chOff x="468256" y="312924"/>
            <a:chExt cx="5579885" cy="3755862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52BD7220-F7E7-688E-FC75-B67A9DABC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6155" y="354479"/>
              <a:ext cx="28203" cy="371430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C613E634-442C-3649-1613-116CCAFB5545}"/>
                </a:ext>
              </a:extLst>
            </p:cNvPr>
            <p:cNvCxnSpPr>
              <a:cxnSpLocks/>
            </p:cNvCxnSpPr>
            <p:nvPr/>
          </p:nvCxnSpPr>
          <p:spPr>
            <a:xfrm>
              <a:off x="468256" y="3645465"/>
              <a:ext cx="5579885" cy="572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F452381D-96BF-8954-4AB0-1EBCA1BAAE9E}"/>
                </a:ext>
              </a:extLst>
            </p:cNvPr>
            <p:cNvSpPr txBox="1"/>
            <p:nvPr/>
          </p:nvSpPr>
          <p:spPr>
            <a:xfrm rot="21401676">
              <a:off x="5669925" y="3721549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x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429ED179-C414-21A0-368A-6B5E23A3ECF8}"/>
                </a:ext>
              </a:extLst>
            </p:cNvPr>
            <p:cNvSpPr txBox="1"/>
            <p:nvPr/>
          </p:nvSpPr>
          <p:spPr>
            <a:xfrm rot="21401676">
              <a:off x="842135" y="312924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y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DE0662D0-D2FE-E311-8F8A-C2F9C010622A}"/>
              </a:ext>
            </a:extLst>
          </p:cNvPr>
          <p:cNvGrpSpPr/>
          <p:nvPr/>
        </p:nvGrpSpPr>
        <p:grpSpPr>
          <a:xfrm>
            <a:off x="6241311" y="3836843"/>
            <a:ext cx="4192546" cy="2595697"/>
            <a:chOff x="6331898" y="2930718"/>
            <a:chExt cx="5579885" cy="3776235"/>
          </a:xfrm>
        </p:grpSpPr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B35A4EA1-A38B-848D-1205-AC617E2CED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6194" y="2992646"/>
              <a:ext cx="28203" cy="371430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3B7935E0-2399-6B10-7585-8F06D9C48CAC}"/>
                </a:ext>
              </a:extLst>
            </p:cNvPr>
            <p:cNvCxnSpPr>
              <a:cxnSpLocks/>
            </p:cNvCxnSpPr>
            <p:nvPr/>
          </p:nvCxnSpPr>
          <p:spPr>
            <a:xfrm>
              <a:off x="6331898" y="6509240"/>
              <a:ext cx="5579885" cy="572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0DD20360-0FE3-FA28-12BA-BFF901A2F045}"/>
                </a:ext>
              </a:extLst>
            </p:cNvPr>
            <p:cNvSpPr txBox="1"/>
            <p:nvPr/>
          </p:nvSpPr>
          <p:spPr>
            <a:xfrm rot="21401676">
              <a:off x="11540141" y="6450643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x</a:t>
              </a:r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F17ED05F-4CE3-5A89-B903-5EBBCA6EC23C}"/>
                </a:ext>
              </a:extLst>
            </p:cNvPr>
            <p:cNvSpPr txBox="1"/>
            <p:nvPr/>
          </p:nvSpPr>
          <p:spPr>
            <a:xfrm rot="21401676">
              <a:off x="6464760" y="2930718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y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A2D562B-EF3A-D5F7-3703-BCAEB5E7D325}"/>
              </a:ext>
            </a:extLst>
          </p:cNvPr>
          <p:cNvSpPr/>
          <p:nvPr/>
        </p:nvSpPr>
        <p:spPr>
          <a:xfrm>
            <a:off x="8123274" y="3678865"/>
            <a:ext cx="496186" cy="255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DBB3C9-5B4D-D597-8508-258B3809E64C}"/>
              </a:ext>
            </a:extLst>
          </p:cNvPr>
          <p:cNvSpPr/>
          <p:nvPr/>
        </p:nvSpPr>
        <p:spPr>
          <a:xfrm>
            <a:off x="10185764" y="1472145"/>
            <a:ext cx="496186" cy="255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36448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96BD-994D-0F5A-824C-D24C973B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377F98BB-A7CF-3BED-5299-0D24B02B15E1}"/>
              </a:ext>
            </a:extLst>
          </p:cNvPr>
          <p:cNvGrpSpPr/>
          <p:nvPr/>
        </p:nvGrpSpPr>
        <p:grpSpPr>
          <a:xfrm rot="19108533">
            <a:off x="3846553" y="3605927"/>
            <a:ext cx="2709468" cy="3432792"/>
            <a:chOff x="7325554" y="3678865"/>
            <a:chExt cx="2709468" cy="3432792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ECC6A28C-E267-781C-ACF7-60B6F2958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549" t="1423" r="10759" b="21359"/>
            <a:stretch>
              <a:fillRect/>
            </a:stretch>
          </p:blipFill>
          <p:spPr>
            <a:xfrm rot="7410114">
              <a:off x="7278544" y="4355180"/>
              <a:ext cx="2803487" cy="2709468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B7649D2-F7F6-0B4B-72EB-9D78E8EAAB8E}"/>
                </a:ext>
              </a:extLst>
            </p:cNvPr>
            <p:cNvSpPr/>
            <p:nvPr/>
          </p:nvSpPr>
          <p:spPr>
            <a:xfrm>
              <a:off x="8123274" y="3678865"/>
              <a:ext cx="496186" cy="2559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3578C365-371D-12A7-39C3-575093767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05" t="10811" r="11487" b="5667"/>
          <a:stretch>
            <a:fillRect/>
          </a:stretch>
        </p:blipFill>
        <p:spPr>
          <a:xfrm rot="21014863">
            <a:off x="1988033" y="1126033"/>
            <a:ext cx="3168999" cy="2769506"/>
          </a:xfrm>
          <a:prstGeom prst="rect">
            <a:avLst/>
          </a:prstGeom>
          <a:ln>
            <a:noFill/>
          </a:ln>
        </p:spPr>
      </p:pic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6A7A2B4-35FA-41A2-185E-3B9AE7F983A7}"/>
              </a:ext>
            </a:extLst>
          </p:cNvPr>
          <p:cNvCxnSpPr>
            <a:cxnSpLocks/>
          </p:cNvCxnSpPr>
          <p:nvPr/>
        </p:nvCxnSpPr>
        <p:spPr>
          <a:xfrm flipH="1" flipV="1">
            <a:off x="1266155" y="354479"/>
            <a:ext cx="28203" cy="37143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0152B381-9A54-91EE-EAF3-FA6A0F041D0B}"/>
              </a:ext>
            </a:extLst>
          </p:cNvPr>
          <p:cNvCxnSpPr>
            <a:cxnSpLocks/>
          </p:cNvCxnSpPr>
          <p:nvPr/>
        </p:nvCxnSpPr>
        <p:spPr>
          <a:xfrm>
            <a:off x="468256" y="3645465"/>
            <a:ext cx="5579885" cy="5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C3DCFE53-E2D2-198E-9548-00CAA64B5573}"/>
              </a:ext>
            </a:extLst>
          </p:cNvPr>
          <p:cNvSpPr txBox="1"/>
          <p:nvPr/>
        </p:nvSpPr>
        <p:spPr>
          <a:xfrm rot="21401676">
            <a:off x="5669925" y="3721549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x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88094E-6D84-BDA4-A167-2D5E1E693081}"/>
              </a:ext>
            </a:extLst>
          </p:cNvPr>
          <p:cNvSpPr txBox="1"/>
          <p:nvPr/>
        </p:nvSpPr>
        <p:spPr>
          <a:xfrm rot="21401676">
            <a:off x="842135" y="312924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y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E759C27-21FB-5A72-9D07-A72F69F5D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856959">
            <a:off x="6763625" y="1653862"/>
            <a:ext cx="4330632" cy="2853070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F4BC2F2-FCF8-F313-8A83-F235E5D0880E}"/>
              </a:ext>
            </a:extLst>
          </p:cNvPr>
          <p:cNvCxnSpPr>
            <a:cxnSpLocks/>
          </p:cNvCxnSpPr>
          <p:nvPr/>
        </p:nvCxnSpPr>
        <p:spPr>
          <a:xfrm flipH="1" flipV="1">
            <a:off x="7087523" y="769148"/>
            <a:ext cx="28203" cy="37143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CD6442D-5DD1-F1B0-18C1-7054A4C20A66}"/>
              </a:ext>
            </a:extLst>
          </p:cNvPr>
          <p:cNvCxnSpPr>
            <a:cxnSpLocks/>
          </p:cNvCxnSpPr>
          <p:nvPr/>
        </p:nvCxnSpPr>
        <p:spPr>
          <a:xfrm>
            <a:off x="6289624" y="4060134"/>
            <a:ext cx="5579885" cy="5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1F72382-3FE2-6BE1-511F-408B52AFAD23}"/>
              </a:ext>
            </a:extLst>
          </p:cNvPr>
          <p:cNvSpPr txBox="1"/>
          <p:nvPr/>
        </p:nvSpPr>
        <p:spPr>
          <a:xfrm rot="21401676">
            <a:off x="11491293" y="4136218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x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517B489-710B-7448-089B-4E409C3A5C37}"/>
              </a:ext>
            </a:extLst>
          </p:cNvPr>
          <p:cNvSpPr txBox="1"/>
          <p:nvPr/>
        </p:nvSpPr>
        <p:spPr>
          <a:xfrm rot="21401676">
            <a:off x="6663503" y="727593"/>
            <a:ext cx="176214" cy="22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y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8BFA42C6-CBB7-9113-C33F-2FC8C1F6DF0E}"/>
              </a:ext>
            </a:extLst>
          </p:cNvPr>
          <p:cNvGrpSpPr/>
          <p:nvPr/>
        </p:nvGrpSpPr>
        <p:grpSpPr>
          <a:xfrm>
            <a:off x="3432393" y="4016337"/>
            <a:ext cx="3224786" cy="2799967"/>
            <a:chOff x="468256" y="312924"/>
            <a:chExt cx="5579885" cy="3755862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0BC9A96-D75A-E4D9-4350-659E8DD40D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6155" y="354479"/>
              <a:ext cx="28203" cy="371430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23CB0B28-1CD4-3AFE-EF17-AD841D0A9E31}"/>
                </a:ext>
              </a:extLst>
            </p:cNvPr>
            <p:cNvCxnSpPr>
              <a:cxnSpLocks/>
            </p:cNvCxnSpPr>
            <p:nvPr/>
          </p:nvCxnSpPr>
          <p:spPr>
            <a:xfrm>
              <a:off x="468256" y="3645465"/>
              <a:ext cx="5579885" cy="572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B9FB05DE-1F10-64EB-D2C9-F9188EC02517}"/>
                </a:ext>
              </a:extLst>
            </p:cNvPr>
            <p:cNvSpPr txBox="1"/>
            <p:nvPr/>
          </p:nvSpPr>
          <p:spPr>
            <a:xfrm rot="21401676">
              <a:off x="5669925" y="3721549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x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2D2A73F6-BA1F-70C3-50D9-86330864F551}"/>
                </a:ext>
              </a:extLst>
            </p:cNvPr>
            <p:cNvSpPr txBox="1"/>
            <p:nvPr/>
          </p:nvSpPr>
          <p:spPr>
            <a:xfrm rot="21401676">
              <a:off x="842135" y="312924"/>
              <a:ext cx="176214" cy="22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/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64386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13B8-1722-09D1-EB59-67AA997C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FD6E0E-FA02-339A-EF9A-AB97EA42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667000"/>
            <a:ext cx="107061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288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F702-4FCB-6EB8-6B58-C26D3F03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4ED964E-4522-E92E-5E5D-7A798487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547" y="2315239"/>
            <a:ext cx="77247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628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165C2-6DC0-53CC-9FE6-1155644C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C75DAAA-338C-BB8E-5AFC-3641C2E7C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17" y="1870666"/>
            <a:ext cx="77438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118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10E0-9C46-82B8-1D95-54357718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872257C-9BC7-F5CB-9CC8-15CDC729A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74" y="1662888"/>
            <a:ext cx="46863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823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0112-D903-2657-FE10-F9DC5DBB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177EADF-A8A6-E3D6-D12B-C977EC3B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37" y="1750052"/>
            <a:ext cx="703897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21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A21D-BA7B-605E-6C6D-4101384F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255639A-A736-28BC-0C10-1862153C864B}"/>
              </a:ext>
            </a:extLst>
          </p:cNvPr>
          <p:cNvSpPr txBox="1"/>
          <p:nvPr/>
        </p:nvSpPr>
        <p:spPr>
          <a:xfrm>
            <a:off x="453655" y="659218"/>
            <a:ext cx="102781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Exercices</a:t>
            </a:r>
          </a:p>
          <a:p>
            <a:r>
              <a:rPr lang="fr-BE" dirty="0"/>
              <a:t>Ex 1 : 1,2,3</a:t>
            </a:r>
          </a:p>
          <a:p>
            <a:r>
              <a:rPr lang="fr-BE" dirty="0"/>
              <a:t>Ex 2 : 3,4</a:t>
            </a:r>
          </a:p>
          <a:p>
            <a:r>
              <a:rPr lang="fr-BE" dirty="0"/>
              <a:t>Ex 3</a:t>
            </a:r>
          </a:p>
          <a:p>
            <a:r>
              <a:rPr lang="fr-BE" dirty="0"/>
              <a:t>Ex 8 : 1, 4, 5, 8</a:t>
            </a:r>
          </a:p>
          <a:p>
            <a:r>
              <a:rPr lang="fr-BE" dirty="0"/>
              <a:t>Ex 14</a:t>
            </a:r>
          </a:p>
          <a:p>
            <a:r>
              <a:rPr lang="fr-BE" dirty="0"/>
              <a:t>Ex 15</a:t>
            </a:r>
          </a:p>
          <a:p>
            <a:r>
              <a:rPr lang="fr-BE" dirty="0"/>
              <a:t>Ex 16 : 2</a:t>
            </a:r>
          </a:p>
        </p:txBody>
      </p:sp>
    </p:spTree>
    <p:extLst>
      <p:ext uri="{BB962C8B-B14F-4D97-AF65-F5344CB8AC3E}">
        <p14:creationId xmlns:p14="http://schemas.microsoft.com/office/powerpoint/2010/main" val="35767747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Grand écran</PresentationFormat>
  <Paragraphs>151</Paragraphs>
  <Slides>80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80</vt:i4>
      </vt:variant>
    </vt:vector>
  </HeadingPairs>
  <TitlesOfParts>
    <vt:vector size="85" baseType="lpstr">
      <vt:lpstr>Aptos</vt:lpstr>
      <vt:lpstr>Aptos Display</vt:lpstr>
      <vt:lpstr>Arial</vt:lpstr>
      <vt:lpstr>Thème Office</vt:lpstr>
      <vt:lpstr>1_Thème Office</vt:lpstr>
      <vt:lpstr>Présentation PowerPoint</vt:lpstr>
      <vt:lpstr>Présentation PowerPoint</vt:lpstr>
      <vt:lpstr>Présentation PowerPoint</vt:lpstr>
      <vt:lpstr>Ellipse  Approche focale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Hyperbole  Approche focale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Parabole  Approche focale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Coniques  Approche focale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Minh-Phuong Tran</dc:creator>
  <cp:lastModifiedBy>Minh-Phuong Tran</cp:lastModifiedBy>
  <cp:revision>3</cp:revision>
  <dcterms:created xsi:type="dcterms:W3CDTF">2026-03-17T21:50:34Z</dcterms:created>
  <dcterms:modified xsi:type="dcterms:W3CDTF">2026-03-18T07:25:13Z</dcterms:modified>
</cp:coreProperties>
</file>