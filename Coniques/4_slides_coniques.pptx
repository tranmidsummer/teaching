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3" r:id="rId2"/>
    <p:sldId id="404" r:id="rId3"/>
    <p:sldId id="405" r:id="rId4"/>
    <p:sldId id="408" r:id="rId5"/>
    <p:sldId id="409" r:id="rId6"/>
    <p:sldId id="406" r:id="rId7"/>
    <p:sldId id="410" r:id="rId8"/>
    <p:sldId id="411" r:id="rId9"/>
    <p:sldId id="412" r:id="rId10"/>
    <p:sldId id="413" r:id="rId11"/>
    <p:sldId id="437" r:id="rId12"/>
    <p:sldId id="407" r:id="rId13"/>
    <p:sldId id="414" r:id="rId14"/>
    <p:sldId id="415" r:id="rId15"/>
    <p:sldId id="416" r:id="rId16"/>
    <p:sldId id="438" r:id="rId17"/>
    <p:sldId id="429" r:id="rId18"/>
    <p:sldId id="439" r:id="rId19"/>
    <p:sldId id="417" r:id="rId20"/>
    <p:sldId id="430" r:id="rId21"/>
    <p:sldId id="442" r:id="rId22"/>
    <p:sldId id="431" r:id="rId23"/>
    <p:sldId id="432" r:id="rId24"/>
    <p:sldId id="433" r:id="rId25"/>
    <p:sldId id="434" r:id="rId26"/>
    <p:sldId id="441" r:id="rId27"/>
    <p:sldId id="418" r:id="rId28"/>
    <p:sldId id="425" r:id="rId29"/>
    <p:sldId id="419" r:id="rId30"/>
    <p:sldId id="421" r:id="rId31"/>
    <p:sldId id="422" r:id="rId32"/>
    <p:sldId id="420" r:id="rId33"/>
    <p:sldId id="423" r:id="rId34"/>
    <p:sldId id="424" r:id="rId35"/>
    <p:sldId id="435" r:id="rId36"/>
    <p:sldId id="436" r:id="rId37"/>
    <p:sldId id="443" r:id="rId38"/>
    <p:sldId id="426" r:id="rId39"/>
    <p:sldId id="427" r:id="rId40"/>
    <p:sldId id="428" r:id="rId41"/>
    <p:sldId id="444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72392-BDA1-8816-0286-9F89D87E1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84BC22-A7EE-32F7-37C7-439E977D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D06D3D-DF1F-B2CC-2AF2-861E6CB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2676AB-6922-C0C2-5077-0C742239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E9AF63-7776-E571-4A61-8B1AE2F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30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F4F65D-5782-8435-F31D-D9CEB37F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A9E89-990C-63EB-A8BE-77C05DBF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246FB-8F85-539B-D197-16BDB46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1B225-01DF-4D98-EA0D-22AE3FFA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74F83A-262B-A72F-67D1-5E3700E3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0615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96213-4FF4-07E0-EEE9-7D3A4732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41BE18-8C2B-3D44-F124-8536D209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ADD335-B950-8222-06B6-350B0F35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44B5D-5450-CE6E-F1FC-2BD4BB12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3EE5D-2BFD-581D-ABCF-252C7E3E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1592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F2538-314F-E4E3-F644-11616C3D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8FF03-E6ED-8CC1-E1D7-54D7ED748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21658D-09C8-B90B-23CC-449121F08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B2B0D5-7952-DE2B-2295-85CE4F2C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E35A7C-8198-82B7-7527-0F732B49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D22011-4F66-244F-5B8A-3B3DE30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481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05E6A-82B1-355B-D75B-4161DAE5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87A97D-D8CC-02ED-3AE7-A9E39E05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9DFDE2-99B9-E66A-1BD4-CDE90C9C7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DE0AA1-CCCB-E443-9652-01CBB547A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0AE589-B679-9ABD-2C68-F46C8A970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F6C78D-3E8C-E07A-F7F5-6F5B4AEB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E574DB-8D27-6ACD-C25D-24FB6A7D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77E368-6C55-50B8-21F0-7577B360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2178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ED3-D40D-654F-0A35-69BEC2D3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D38C18-8C96-BC81-0E24-C422D036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18D005-39DD-D6F5-3A99-5E93330C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46A895-256A-9023-4209-E99F1076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919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40706A-8A50-8AF9-D7BD-02BE0778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57E14E-19C0-70A0-18D2-4C97286F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51E546-A711-041A-E841-D384AD4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054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CB076-187E-616C-980A-20741608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7FF507-9D1B-8916-9C40-FB919B379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ED2F98-73E2-E17D-2B2F-EBDF6267E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FD52D7-4DCB-E416-8F36-335A9AF1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36B060-FA05-4605-CBBA-59434826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E521C5-6C48-8474-79B7-94BEBD94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9626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3B303-1A6C-930E-DF50-674C27E1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617871-800E-30A8-C81F-B4E108C2C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C0BE93-84AC-CF88-0AC1-CBA33BC2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B28D5-25FB-B280-78CC-44643678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2B87F5-C26E-B9B4-111E-AC9D2939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062D0B-A461-8888-58FA-49518384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1108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4B76B-1B04-AAB6-2771-A2426960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FAF548-37AE-206B-FFA0-ADF442CE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BF721-C270-61AD-54AC-EAB1F3D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817027-5225-2EF6-7787-C87C11CF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CAA168-210A-52CC-5280-0BB396DD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2288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39F3DC5-FD9A-1FA5-9B26-67682948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E4D11-14FB-BAAE-7501-63009467E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6AE54-3F8B-5D9F-A790-A2DF1BC9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8F385-21C1-BDBD-4CC3-F8594019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5A9BB9-A9B2-EAC8-E548-D5E01CA1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5299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3EE0E51-9DE7-29AF-4BBC-84D97392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53E115-AE32-FDF7-DBB4-C682DC5C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1A8AC9-271F-E593-9FB5-EA004436C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C1560-C803-46E2-A186-D4227662A004}" type="datetimeFigureOut">
              <a:rPr lang="fr-BE" smtClean="0"/>
              <a:t>31-03-26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7B288-650C-1DA1-1AEB-CB3FB413A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AEA61E-BB11-B7D3-C5F6-F25F51840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9015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C15F-A3C6-9AC7-2080-AC5E2C80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2A425E-4959-7B0B-00FA-66389B7A3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86F01A-D7E8-54CD-A3C5-9990CB791F68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C7203B-DD82-71D5-D388-9E92881367BE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0B48C-1C9B-B5A6-33EE-FD7055B6A4FE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1A8C4-F33F-C8C8-AE95-51FAD7A4F0E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7D87D-D7E0-20B4-AB3F-7570E14512D1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80AB15-D90E-D690-2805-E60595FE1D98}"/>
              </a:ext>
            </a:extLst>
          </p:cNvPr>
          <p:cNvSpPr/>
          <p:nvPr/>
        </p:nvSpPr>
        <p:spPr>
          <a:xfrm>
            <a:off x="7041861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9FE29-DEEB-C52F-14F3-353AF9D490CB}"/>
              </a:ext>
            </a:extLst>
          </p:cNvPr>
          <p:cNvSpPr/>
          <p:nvPr/>
        </p:nvSpPr>
        <p:spPr>
          <a:xfrm>
            <a:off x="7041861" y="2533989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F2434-3869-4E46-C0D3-2B48D9D70EBC}"/>
              </a:ext>
            </a:extLst>
          </p:cNvPr>
          <p:cNvSpPr/>
          <p:nvPr/>
        </p:nvSpPr>
        <p:spPr>
          <a:xfrm>
            <a:off x="3054213" y="4986616"/>
            <a:ext cx="5907681" cy="8751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CFFAF-FCDA-593B-131A-8684762983B4}"/>
              </a:ext>
            </a:extLst>
          </p:cNvPr>
          <p:cNvSpPr/>
          <p:nvPr/>
        </p:nvSpPr>
        <p:spPr>
          <a:xfrm>
            <a:off x="5096478" y="253398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733FAC-B145-A9CD-6D7D-C9165C2216BF}"/>
              </a:ext>
            </a:extLst>
          </p:cNvPr>
          <p:cNvSpPr/>
          <p:nvPr/>
        </p:nvSpPr>
        <p:spPr>
          <a:xfrm>
            <a:off x="5096478" y="333802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7D222E-FCD3-DD24-AE59-70F6D2FB9D64}"/>
              </a:ext>
            </a:extLst>
          </p:cNvPr>
          <p:cNvSpPr/>
          <p:nvPr/>
        </p:nvSpPr>
        <p:spPr>
          <a:xfrm>
            <a:off x="3251698" y="4182577"/>
            <a:ext cx="7642161" cy="743622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5785BAF-81B7-BB1D-5320-6E3C72F545A0}"/>
              </a:ext>
            </a:extLst>
          </p:cNvPr>
          <p:cNvSpPr txBox="1"/>
          <p:nvPr/>
        </p:nvSpPr>
        <p:spPr>
          <a:xfrm>
            <a:off x="6096000" y="5183793"/>
            <a:ext cx="473646" cy="369332"/>
          </a:xfrm>
          <a:prstGeom prst="rect">
            <a:avLst/>
          </a:prstGeom>
          <a:solidFill>
            <a:srgbClr val="FFB2B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65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04CD0B6-6191-DA83-2835-E6D8A51C5DA9}"/>
              </a:ext>
            </a:extLst>
          </p:cNvPr>
          <p:cNvSpPr txBox="1"/>
          <p:nvPr/>
        </p:nvSpPr>
        <p:spPr>
          <a:xfrm>
            <a:off x="6096000" y="6045565"/>
            <a:ext cx="324535" cy="369332"/>
          </a:xfrm>
          <a:prstGeom prst="rect">
            <a:avLst/>
          </a:prstGeom>
          <a:solidFill>
            <a:srgbClr val="F9B2DD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47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CDBF6-AE8F-A728-0061-8AF73C8A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ABD156-3452-F3E3-F0B7-D739904AF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F6C995-5061-A6E5-0543-8DC54AFCE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C4A6E5-47C0-8B71-B9B6-68F5F6A0D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15AD95-AABE-5BEF-77AC-726027F0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Droites</a:t>
            </a:r>
            <a:r>
              <a:rPr lang="en-US" sz="5400" dirty="0"/>
              <a:t> et </a:t>
            </a:r>
            <a:r>
              <a:rPr lang="en-US" sz="5400" dirty="0" err="1"/>
              <a:t>coniques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1F852F96-3B04-415B-64FC-1B2D22E37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8529926-325B-F0DD-326D-4EC33F54A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1321520" y="1571483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01D7154-801F-9F4E-560C-2834832CF875}"/>
              </a:ext>
            </a:extLst>
          </p:cNvPr>
          <p:cNvCxnSpPr/>
          <p:nvPr/>
        </p:nvCxnSpPr>
        <p:spPr>
          <a:xfrm flipV="1">
            <a:off x="894665" y="2427436"/>
            <a:ext cx="4808823" cy="20322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1C3186DC-9FB4-01DF-DF0A-80A32176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6298568" y="3134441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A38E787-8485-1E45-BE9A-A79CE4102846}"/>
              </a:ext>
            </a:extLst>
          </p:cNvPr>
          <p:cNvCxnSpPr>
            <a:cxnSpLocks/>
          </p:cNvCxnSpPr>
          <p:nvPr/>
        </p:nvCxnSpPr>
        <p:spPr>
          <a:xfrm>
            <a:off x="5506135" y="3585237"/>
            <a:ext cx="4637784" cy="2769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14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3185-B35E-A01C-64A9-A9299F7B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E891F1D-943D-7E72-E747-28E7ED68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1321520" y="1571483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C677389-4ABD-C219-CAF9-1F3E748F8960}"/>
              </a:ext>
            </a:extLst>
          </p:cNvPr>
          <p:cNvCxnSpPr/>
          <p:nvPr/>
        </p:nvCxnSpPr>
        <p:spPr>
          <a:xfrm flipV="1">
            <a:off x="992244" y="2876994"/>
            <a:ext cx="4808823" cy="20322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6D644723-6D4D-BD24-8F87-ED12803D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6298568" y="3134441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13E2CC4-A4EE-AEF0-F684-CFD62A8FD2F4}"/>
              </a:ext>
            </a:extLst>
          </p:cNvPr>
          <p:cNvCxnSpPr>
            <a:cxnSpLocks/>
          </p:cNvCxnSpPr>
          <p:nvPr/>
        </p:nvCxnSpPr>
        <p:spPr>
          <a:xfrm>
            <a:off x="6435265" y="1782751"/>
            <a:ext cx="4637784" cy="2769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F56B-E041-40EC-D372-18EAB77D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249C334-E74E-C371-58F8-C62C4B7B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1321520" y="1571483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96E6145-5342-85E6-2700-36A2CFEF13AF}"/>
              </a:ext>
            </a:extLst>
          </p:cNvPr>
          <p:cNvCxnSpPr/>
          <p:nvPr/>
        </p:nvCxnSpPr>
        <p:spPr>
          <a:xfrm flipV="1">
            <a:off x="947913" y="3350640"/>
            <a:ext cx="4808823" cy="20322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FB835D82-CE75-84A8-AFBA-76A3E363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21014863">
            <a:off x="6298568" y="3134441"/>
            <a:ext cx="3032819" cy="2650493"/>
          </a:xfrm>
          <a:prstGeom prst="rect">
            <a:avLst/>
          </a:prstGeom>
          <a:ln>
            <a:noFill/>
          </a:ln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FE0C223-CD68-AC7C-810A-7C7C4B05B952}"/>
              </a:ext>
            </a:extLst>
          </p:cNvPr>
          <p:cNvCxnSpPr>
            <a:cxnSpLocks/>
          </p:cNvCxnSpPr>
          <p:nvPr/>
        </p:nvCxnSpPr>
        <p:spPr>
          <a:xfrm>
            <a:off x="7215064" y="1407781"/>
            <a:ext cx="4637784" cy="2769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15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7CA8F49-CFF4-2072-EEC5-DAFF7C63B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30" y="626953"/>
            <a:ext cx="4054440" cy="46653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66CE57-737C-5DD3-513F-0F66363AF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790" y="1377989"/>
            <a:ext cx="4054440" cy="466538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7B7B3F2-FD6E-5ABE-503A-0205B390F66A}"/>
              </a:ext>
            </a:extLst>
          </p:cNvPr>
          <p:cNvCxnSpPr/>
          <p:nvPr/>
        </p:nvCxnSpPr>
        <p:spPr>
          <a:xfrm flipV="1">
            <a:off x="684156" y="2065623"/>
            <a:ext cx="4808823" cy="20322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F0C2E30-1A6E-093D-C26B-67FD6204EA99}"/>
              </a:ext>
            </a:extLst>
          </p:cNvPr>
          <p:cNvCxnSpPr>
            <a:cxnSpLocks/>
          </p:cNvCxnSpPr>
          <p:nvPr/>
        </p:nvCxnSpPr>
        <p:spPr>
          <a:xfrm flipV="1">
            <a:off x="7366790" y="1756437"/>
            <a:ext cx="1921935" cy="37235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2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D035-E480-72B1-A83F-D85174FC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E33DAF-2CD0-09AE-CD9C-2DA4D1F67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68" y="1779272"/>
            <a:ext cx="4054440" cy="4665383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D7789873-35E2-C16F-C41F-4A12660B5B49}"/>
              </a:ext>
            </a:extLst>
          </p:cNvPr>
          <p:cNvGrpSpPr/>
          <p:nvPr/>
        </p:nvGrpSpPr>
        <p:grpSpPr>
          <a:xfrm>
            <a:off x="770770" y="659845"/>
            <a:ext cx="4477293" cy="4665383"/>
            <a:chOff x="770770" y="659845"/>
            <a:chExt cx="4477293" cy="4665383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F87C9F7F-0AF1-A3D0-34E8-BF985688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67722B17-B059-2BAB-A44A-55EE311BC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1427517"/>
              <a:ext cx="2877280" cy="34795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80D963D-EA82-56E0-C805-5DCD7B8FF0F6}"/>
              </a:ext>
            </a:extLst>
          </p:cNvPr>
          <p:cNvCxnSpPr>
            <a:cxnSpLocks/>
          </p:cNvCxnSpPr>
          <p:nvPr/>
        </p:nvCxnSpPr>
        <p:spPr>
          <a:xfrm>
            <a:off x="9959724" y="3039229"/>
            <a:ext cx="111833" cy="37168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8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2969-66FA-0F1B-C223-C9A088C6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BE444F2-8FC5-BD0A-1608-D9BC82E9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23" y="659845"/>
            <a:ext cx="4054440" cy="46653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9FA2E0E-CB19-8A3A-5F2B-AE849F94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68" y="1779272"/>
            <a:ext cx="4054440" cy="466538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60A30F3-38B7-EB77-E936-E9E336E30BAF}"/>
              </a:ext>
            </a:extLst>
          </p:cNvPr>
          <p:cNvCxnSpPr>
            <a:cxnSpLocks/>
          </p:cNvCxnSpPr>
          <p:nvPr/>
        </p:nvCxnSpPr>
        <p:spPr>
          <a:xfrm flipV="1">
            <a:off x="1718062" y="1252783"/>
            <a:ext cx="2877280" cy="34795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C7553C2-429D-23B8-4F19-7D2377992414}"/>
              </a:ext>
            </a:extLst>
          </p:cNvPr>
          <p:cNvCxnSpPr>
            <a:cxnSpLocks/>
          </p:cNvCxnSpPr>
          <p:nvPr/>
        </p:nvCxnSpPr>
        <p:spPr>
          <a:xfrm>
            <a:off x="9362155" y="2447171"/>
            <a:ext cx="111833" cy="37168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76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5066-E896-0B9A-FEA3-3134EC66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92C1234-EB51-8665-F6B1-C5706269F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23" y="659845"/>
            <a:ext cx="4054440" cy="46653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4AD2F24-801A-719C-9B65-5950E0791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68" y="1779272"/>
            <a:ext cx="4054440" cy="466538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087766-555C-E7CF-E604-CE3F4DF77F06}"/>
              </a:ext>
            </a:extLst>
          </p:cNvPr>
          <p:cNvCxnSpPr>
            <a:cxnSpLocks/>
          </p:cNvCxnSpPr>
          <p:nvPr/>
        </p:nvCxnSpPr>
        <p:spPr>
          <a:xfrm flipV="1">
            <a:off x="1322262" y="1532772"/>
            <a:ext cx="3598394" cy="29931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AB72EE0-C05A-E73F-B00E-83CF27145C77}"/>
              </a:ext>
            </a:extLst>
          </p:cNvPr>
          <p:cNvCxnSpPr>
            <a:cxnSpLocks/>
          </p:cNvCxnSpPr>
          <p:nvPr/>
        </p:nvCxnSpPr>
        <p:spPr>
          <a:xfrm>
            <a:off x="9025588" y="1999839"/>
            <a:ext cx="795989" cy="4322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99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2C30-142C-4A6C-9FD6-4CB5BC8A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2BAFBB3-B338-E247-73F2-E64C61064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23" y="659845"/>
            <a:ext cx="4054440" cy="46653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B91A2B-8839-C7C2-4AD2-F0DA87B1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68" y="1779272"/>
            <a:ext cx="4054440" cy="466538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E082396-4CCF-D35D-0831-2D774AE2D9CF}"/>
              </a:ext>
            </a:extLst>
          </p:cNvPr>
          <p:cNvCxnSpPr>
            <a:cxnSpLocks/>
          </p:cNvCxnSpPr>
          <p:nvPr/>
        </p:nvCxnSpPr>
        <p:spPr>
          <a:xfrm flipV="1">
            <a:off x="822303" y="1013077"/>
            <a:ext cx="3598394" cy="29931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4596CF1-B5F1-554B-0388-8AD54F14EBC9}"/>
              </a:ext>
            </a:extLst>
          </p:cNvPr>
          <p:cNvCxnSpPr>
            <a:cxnSpLocks/>
          </p:cNvCxnSpPr>
          <p:nvPr/>
        </p:nvCxnSpPr>
        <p:spPr>
          <a:xfrm>
            <a:off x="8433530" y="2190613"/>
            <a:ext cx="795989" cy="4322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7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9A0-55A4-BAC6-CA8B-54A0DF91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530E2EE-9DF0-18A7-3FA7-41BECC4C3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68" y="1779272"/>
            <a:ext cx="4054440" cy="4665383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B5075A-8F94-D65B-BBA7-85F3733C8FA4}"/>
              </a:ext>
            </a:extLst>
          </p:cNvPr>
          <p:cNvGrpSpPr/>
          <p:nvPr/>
        </p:nvGrpSpPr>
        <p:grpSpPr>
          <a:xfrm>
            <a:off x="770770" y="659845"/>
            <a:ext cx="4477293" cy="4665383"/>
            <a:chOff x="770770" y="659845"/>
            <a:chExt cx="4477293" cy="4665383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E564128F-8232-C84C-14DE-BE2409D8F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8037A9C8-6E52-1961-6506-1D6B05197A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1427517"/>
              <a:ext cx="2877280" cy="34795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A9FA83A-3A8D-E51F-A594-F47E133B48CF}"/>
              </a:ext>
            </a:extLst>
          </p:cNvPr>
          <p:cNvCxnSpPr>
            <a:cxnSpLocks/>
          </p:cNvCxnSpPr>
          <p:nvPr/>
        </p:nvCxnSpPr>
        <p:spPr>
          <a:xfrm>
            <a:off x="9959724" y="3039229"/>
            <a:ext cx="111833" cy="37168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32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8B17-9D4C-FC72-BE50-8EFDB1BD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A89057A-249C-CD0E-BA16-817C7EC2E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6" y="1585398"/>
            <a:ext cx="4074136" cy="3378016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5E1851A-726A-F338-6351-F1A491DAEF56}"/>
              </a:ext>
            </a:extLst>
          </p:cNvPr>
          <p:cNvCxnSpPr>
            <a:cxnSpLocks/>
          </p:cNvCxnSpPr>
          <p:nvPr/>
        </p:nvCxnSpPr>
        <p:spPr>
          <a:xfrm flipH="1" flipV="1">
            <a:off x="1565663" y="3769433"/>
            <a:ext cx="3512875" cy="12827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51900510-308E-A907-CC1B-B37D72DC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45" y="1739992"/>
            <a:ext cx="4074136" cy="337801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F51AC2E-9418-94E4-BD46-7E5BBD1ED442}"/>
              </a:ext>
            </a:extLst>
          </p:cNvPr>
          <p:cNvCxnSpPr>
            <a:cxnSpLocks/>
          </p:cNvCxnSpPr>
          <p:nvPr/>
        </p:nvCxnSpPr>
        <p:spPr>
          <a:xfrm flipH="1" flipV="1">
            <a:off x="7933571" y="1739992"/>
            <a:ext cx="2197192" cy="3720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40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74CA-94F1-2E1A-4645-E9B48C64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898974D-11E4-B375-43C2-AD5842A06023}"/>
              </a:ext>
            </a:extLst>
          </p:cNvPr>
          <p:cNvGrpSpPr/>
          <p:nvPr/>
        </p:nvGrpSpPr>
        <p:grpSpPr>
          <a:xfrm>
            <a:off x="789416" y="1585398"/>
            <a:ext cx="4240195" cy="3667470"/>
            <a:chOff x="789416" y="1585398"/>
            <a:chExt cx="4240195" cy="366747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7A7E0EC2-6997-A58D-9234-1D60A278D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9416" y="1585398"/>
              <a:ext cx="4074136" cy="3378016"/>
            </a:xfrm>
            <a:prstGeom prst="rect">
              <a:avLst/>
            </a:prstGeom>
          </p:spPr>
        </p:pic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5AEFAA15-DF10-C44E-D17F-312E7ABA65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6736" y="3970077"/>
              <a:ext cx="3512875" cy="12827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05A1614F-2B86-0E84-5B78-943036CF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45" y="1739992"/>
            <a:ext cx="4074136" cy="337801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57DF1E3-AAD3-170B-923B-1C05A13272AC}"/>
              </a:ext>
            </a:extLst>
          </p:cNvPr>
          <p:cNvCxnSpPr>
            <a:cxnSpLocks/>
          </p:cNvCxnSpPr>
          <p:nvPr/>
        </p:nvCxnSpPr>
        <p:spPr>
          <a:xfrm flipH="1" flipV="1">
            <a:off x="7038906" y="2272844"/>
            <a:ext cx="2197192" cy="3720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391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04DA-DEA0-0B81-11E9-1F5B7F4F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8CB1444-987C-6CDD-DE9B-06EAEEBE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6" y="1585398"/>
            <a:ext cx="4074136" cy="3378016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C41593E-BE6F-DD14-81E6-D5DD18852862}"/>
              </a:ext>
            </a:extLst>
          </p:cNvPr>
          <p:cNvCxnSpPr>
            <a:cxnSpLocks/>
          </p:cNvCxnSpPr>
          <p:nvPr/>
        </p:nvCxnSpPr>
        <p:spPr>
          <a:xfrm flipH="1" flipV="1">
            <a:off x="1070046" y="4710147"/>
            <a:ext cx="3512875" cy="12827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7E54EB7E-89D8-A36F-6FBF-931DCB33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45" y="1739992"/>
            <a:ext cx="4074136" cy="337801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8AD9522-AF09-FA93-EB07-F6059390FA21}"/>
              </a:ext>
            </a:extLst>
          </p:cNvPr>
          <p:cNvCxnSpPr>
            <a:cxnSpLocks/>
          </p:cNvCxnSpPr>
          <p:nvPr/>
        </p:nvCxnSpPr>
        <p:spPr>
          <a:xfrm flipH="1" flipV="1">
            <a:off x="6282388" y="2713598"/>
            <a:ext cx="2197192" cy="3720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19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2D2A6-2484-059C-45F5-2B66E4FC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20BF950-1A8B-7C49-C025-6C117BCF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6" y="1585398"/>
            <a:ext cx="4074136" cy="3378016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AFC59F5-F43F-7A7E-3053-D7882D5D451A}"/>
              </a:ext>
            </a:extLst>
          </p:cNvPr>
          <p:cNvCxnSpPr>
            <a:cxnSpLocks/>
          </p:cNvCxnSpPr>
          <p:nvPr/>
        </p:nvCxnSpPr>
        <p:spPr>
          <a:xfrm flipH="1">
            <a:off x="1105174" y="2861612"/>
            <a:ext cx="3289209" cy="19077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8F152B4D-C4AC-71EE-776D-6BA19998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45" y="1739992"/>
            <a:ext cx="4074136" cy="337801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DB6DB1F-B9FB-4293-16EB-7B83B8C8ACDB}"/>
              </a:ext>
            </a:extLst>
          </p:cNvPr>
          <p:cNvCxnSpPr>
            <a:cxnSpLocks/>
          </p:cNvCxnSpPr>
          <p:nvPr/>
        </p:nvCxnSpPr>
        <p:spPr>
          <a:xfrm flipH="1">
            <a:off x="6683672" y="1789329"/>
            <a:ext cx="3354993" cy="19208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3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0BBD-B6EF-DAB4-3720-6EFB04E2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78F5536-BF0E-257F-3F9A-EE41E3228B95}"/>
              </a:ext>
            </a:extLst>
          </p:cNvPr>
          <p:cNvGrpSpPr/>
          <p:nvPr/>
        </p:nvGrpSpPr>
        <p:grpSpPr>
          <a:xfrm>
            <a:off x="789416" y="1585398"/>
            <a:ext cx="4240195" cy="3667470"/>
            <a:chOff x="789416" y="1585398"/>
            <a:chExt cx="4240195" cy="366747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B5B4ECB-F7F1-22A7-877F-34BA40733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9416" y="1585398"/>
              <a:ext cx="4074136" cy="3378016"/>
            </a:xfrm>
            <a:prstGeom prst="rect">
              <a:avLst/>
            </a:prstGeom>
          </p:spPr>
        </p:pic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E91FFB8D-BF74-B62D-6114-001D0AA0B7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6736" y="3970077"/>
              <a:ext cx="3512875" cy="12827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783C389C-B5AD-E61A-5491-8A93CF91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45" y="1739992"/>
            <a:ext cx="4074136" cy="3378016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739F570-7A6F-7007-3A04-1976E4B4EE6F}"/>
              </a:ext>
            </a:extLst>
          </p:cNvPr>
          <p:cNvCxnSpPr>
            <a:cxnSpLocks/>
          </p:cNvCxnSpPr>
          <p:nvPr/>
        </p:nvCxnSpPr>
        <p:spPr>
          <a:xfrm flipH="1" flipV="1">
            <a:off x="7038906" y="2272844"/>
            <a:ext cx="2197192" cy="3720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23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4CD67C0-1914-00D5-2167-FD6A5A4D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23" y="1853468"/>
            <a:ext cx="11233884" cy="15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7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CDBD3-9C24-F79E-B21B-055EE776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5E611E4-57F9-B22A-173B-3447064F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175B7C-CD53-9AF3-5B2D-3EA10FE2A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0185BF-7DBB-58A6-E275-899A56D8B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7F5ABA-320A-2F9E-7BFE-A6CCDC92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Tangente</a:t>
            </a:r>
            <a:r>
              <a:rPr lang="en-US" sz="5400" dirty="0"/>
              <a:t> </a:t>
            </a:r>
            <a:r>
              <a:rPr lang="en-US" sz="5400" dirty="0" err="1"/>
              <a:t>en</a:t>
            </a:r>
            <a:r>
              <a:rPr lang="en-US" sz="5400" dirty="0"/>
              <a:t> 1 point de la </a:t>
            </a:r>
            <a:r>
              <a:rPr lang="en-US" sz="5400" dirty="0" err="1"/>
              <a:t>conique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ACA3D95D-B40A-615D-3FE6-A98756E74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31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4257-D3C1-1F73-DB64-AD4EE6B8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3A664E48-5BB0-DD62-B4C6-8B5E7A693C29}"/>
              </a:ext>
            </a:extLst>
          </p:cNvPr>
          <p:cNvGrpSpPr/>
          <p:nvPr/>
        </p:nvGrpSpPr>
        <p:grpSpPr>
          <a:xfrm>
            <a:off x="992244" y="1571483"/>
            <a:ext cx="3369247" cy="2296626"/>
            <a:chOff x="992244" y="1571483"/>
            <a:chExt cx="4808823" cy="333776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8DE2A188-430A-37B3-7B78-578CA4D76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505" t="10811" r="11487" b="5667"/>
            <a:stretch>
              <a:fillRect/>
            </a:stretch>
          </p:blipFill>
          <p:spPr>
            <a:xfrm rot="21014863">
              <a:off x="1321520" y="1571483"/>
              <a:ext cx="3032819" cy="2650493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1BACAF0D-20C7-AEC7-1D29-706BF04B4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244" y="2876994"/>
              <a:ext cx="4808823" cy="203225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E7694DCF-AA6E-4144-CC6C-0C5EE0E0E8A4}"/>
              </a:ext>
            </a:extLst>
          </p:cNvPr>
          <p:cNvGrpSpPr/>
          <p:nvPr/>
        </p:nvGrpSpPr>
        <p:grpSpPr>
          <a:xfrm>
            <a:off x="8440109" y="2144563"/>
            <a:ext cx="2529813" cy="2318893"/>
            <a:chOff x="789416" y="1585398"/>
            <a:chExt cx="4240195" cy="366747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ACDDF46C-85A1-C9C0-7EF5-4DC9A38E6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416" y="1585398"/>
              <a:ext cx="4074136" cy="3378016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876D92F0-23BB-65D4-7C17-BE3B5062FA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6736" y="3970077"/>
              <a:ext cx="3512875" cy="12827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27740B6-FFA0-AFE8-EBEA-18499C2959B4}"/>
              </a:ext>
            </a:extLst>
          </p:cNvPr>
          <p:cNvGrpSpPr/>
          <p:nvPr/>
        </p:nvGrpSpPr>
        <p:grpSpPr>
          <a:xfrm>
            <a:off x="3836314" y="3212500"/>
            <a:ext cx="3669662" cy="3114880"/>
            <a:chOff x="770770" y="659845"/>
            <a:chExt cx="4477293" cy="466538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3358C99-ED3A-34F9-59F6-A3FA71171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86CA6E63-8C3A-A878-C871-8429003B3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1427517"/>
              <a:ext cx="2877280" cy="34795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9D0958B-0150-16AE-E646-305FC704D782}"/>
              </a:ext>
            </a:extLst>
          </p:cNvPr>
          <p:cNvGrpSpPr/>
          <p:nvPr/>
        </p:nvGrpSpPr>
        <p:grpSpPr>
          <a:xfrm>
            <a:off x="2220160" y="3269472"/>
            <a:ext cx="367408" cy="455570"/>
            <a:chOff x="2220160" y="3269472"/>
            <a:chExt cx="367408" cy="45557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97371E1-ED96-B2C3-B835-ADD79159E471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21CF65F-FC18-6F89-E223-2A8BE9D72AC9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8D8398-DDCC-7847-4571-6503785C08D0}"/>
              </a:ext>
            </a:extLst>
          </p:cNvPr>
          <p:cNvGrpSpPr/>
          <p:nvPr/>
        </p:nvGrpSpPr>
        <p:grpSpPr>
          <a:xfrm>
            <a:off x="4563173" y="5191466"/>
            <a:ext cx="367408" cy="455570"/>
            <a:chOff x="2220160" y="3269472"/>
            <a:chExt cx="367408" cy="45557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15C62E78-EDFB-0DFD-FF7A-1E2BA8E3C961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8D57CD6-2ADC-8E04-B498-75C71768B649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B20E76D-59D0-2D9F-19E5-BA21E9010AAC}"/>
              </a:ext>
            </a:extLst>
          </p:cNvPr>
          <p:cNvGrpSpPr/>
          <p:nvPr/>
        </p:nvGrpSpPr>
        <p:grpSpPr>
          <a:xfrm>
            <a:off x="9921984" y="4057910"/>
            <a:ext cx="367408" cy="455570"/>
            <a:chOff x="2220160" y="3269472"/>
            <a:chExt cx="367408" cy="45557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86A39C87-06AB-F6CA-7BF2-4CC1BD648B02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980B98FE-75F9-589E-86C2-55DBC872C3DA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5940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C3CC1E-175B-6453-D378-00A82D4F3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43" y="459153"/>
            <a:ext cx="6064718" cy="123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3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4630-A1AC-289B-5F81-CABCA43E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E2A64C3-7D9B-B7B6-550A-6A575B6B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43" y="459153"/>
            <a:ext cx="6064718" cy="123084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34BC2DA-AFE6-6452-8BE8-8BD4C6613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213" y="4028430"/>
            <a:ext cx="7988391" cy="107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86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0F5F-AB39-D6D3-E122-C999EA2A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E4B8F6-5EF9-FB8B-C842-6BBA43D8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164"/>
            <a:ext cx="12192000" cy="303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8AB23-2C35-47FF-3461-36A9F059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B08C769-2DA2-0130-1B27-A0B0A032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164"/>
            <a:ext cx="12192000" cy="303283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052C0ED-B7AD-247A-5BB7-084DFEEFF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4762"/>
            <a:ext cx="12192000" cy="9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3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CD9B1-5EA0-4065-B367-AD541A77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03BCE2A-E9F5-FA08-89BF-EFFD42B8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61" y="818162"/>
            <a:ext cx="7988391" cy="10796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A3E90A7-82A8-7501-07D3-570A7BC36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2" y="2815919"/>
            <a:ext cx="9220501" cy="247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16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30ED-858B-E600-8C7F-1B89B08C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248A34E-6918-4532-38B4-B336321D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2767012"/>
            <a:ext cx="8239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11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46FFE-9952-05A5-F28C-776A8FE4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9E70CBE-E7D8-8730-1096-5BEBE6F07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0FF8F7-F827-E87F-AE88-E57A595D0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EB7B7E-27AB-AC1D-ED22-CD122A926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CAAED-ABBA-78FD-5326-E730D8C0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Tangente</a:t>
            </a:r>
            <a:r>
              <a:rPr lang="en-US" sz="5400" dirty="0"/>
              <a:t> passant par 1 point hors de la </a:t>
            </a:r>
            <a:r>
              <a:rPr lang="en-US" sz="5400" dirty="0" err="1"/>
              <a:t>conique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DDAD5AB3-1FBA-C913-941C-FCB4A844C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843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8E58-BFF5-B005-6985-B87425E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D089B6DF-01B0-57CE-CCF4-4F3E849984F6}"/>
              </a:ext>
            </a:extLst>
          </p:cNvPr>
          <p:cNvGrpSpPr/>
          <p:nvPr/>
        </p:nvGrpSpPr>
        <p:grpSpPr>
          <a:xfrm>
            <a:off x="1222947" y="1343702"/>
            <a:ext cx="4309502" cy="2051514"/>
            <a:chOff x="1321520" y="1240442"/>
            <a:chExt cx="6150821" cy="298153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1DE7CE4A-38C8-8ECD-F00E-39C47A197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505" t="10811" r="11487" b="5667"/>
            <a:stretch>
              <a:fillRect/>
            </a:stretch>
          </p:blipFill>
          <p:spPr>
            <a:xfrm rot="21014863">
              <a:off x="1321520" y="1571483"/>
              <a:ext cx="3032819" cy="2650493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9171A05F-C46D-9D17-4FE9-71743A217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9378" y="1240442"/>
              <a:ext cx="6102963" cy="39269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A622D19-EC3E-8EB9-9415-294C499041C4}"/>
              </a:ext>
            </a:extLst>
          </p:cNvPr>
          <p:cNvGrpSpPr/>
          <p:nvPr/>
        </p:nvGrpSpPr>
        <p:grpSpPr>
          <a:xfrm>
            <a:off x="4563173" y="1359808"/>
            <a:ext cx="367408" cy="455570"/>
            <a:chOff x="2220160" y="3269472"/>
            <a:chExt cx="367408" cy="45557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A7E433ED-F1C3-5F68-C525-C938DCB78360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2F1B43DB-2E3F-3612-74BD-3D6720AD6B23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8ACF8BE2-BCE4-754B-33E3-7B797FBD2F86}"/>
              </a:ext>
            </a:extLst>
          </p:cNvPr>
          <p:cNvCxnSpPr>
            <a:cxnSpLocks/>
          </p:cNvCxnSpPr>
          <p:nvPr/>
        </p:nvCxnSpPr>
        <p:spPr>
          <a:xfrm flipV="1">
            <a:off x="1875452" y="1111753"/>
            <a:ext cx="3139994" cy="26905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431E-0DFC-E884-BFC4-51A30FA0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A1A87B64-31D6-96DC-B228-DFD6EC962F09}"/>
              </a:ext>
            </a:extLst>
          </p:cNvPr>
          <p:cNvGrpSpPr/>
          <p:nvPr/>
        </p:nvGrpSpPr>
        <p:grpSpPr>
          <a:xfrm>
            <a:off x="2821158" y="1502112"/>
            <a:ext cx="3323085" cy="3464955"/>
            <a:chOff x="1193623" y="659845"/>
            <a:chExt cx="4054440" cy="5189716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8558272C-8DF5-02E8-BB06-8C5CCB1A5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446AAAA1-9A6F-ABB6-659C-3931D70E9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403" y="1602385"/>
              <a:ext cx="3499288" cy="42471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CD82D65-32FD-8080-2FAF-3FD49D15C335}"/>
              </a:ext>
            </a:extLst>
          </p:cNvPr>
          <p:cNvGrpSpPr/>
          <p:nvPr/>
        </p:nvGrpSpPr>
        <p:grpSpPr>
          <a:xfrm>
            <a:off x="4434400" y="3097963"/>
            <a:ext cx="429393" cy="369332"/>
            <a:chOff x="1920410" y="3084806"/>
            <a:chExt cx="429393" cy="369332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BA8AE32-1ECB-4F97-14E7-4E6F0DBA5D8C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D33C7F91-1E0F-C9A8-5786-57F82696FB2D}"/>
                </a:ext>
              </a:extLst>
            </p:cNvPr>
            <p:cNvSpPr txBox="1"/>
            <p:nvPr/>
          </p:nvSpPr>
          <p:spPr>
            <a:xfrm>
              <a:off x="1920410" y="3084806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094FA519-E4E8-7527-E759-6BA0BD5DFD0D}"/>
              </a:ext>
            </a:extLst>
          </p:cNvPr>
          <p:cNvCxnSpPr>
            <a:cxnSpLocks/>
          </p:cNvCxnSpPr>
          <p:nvPr/>
        </p:nvCxnSpPr>
        <p:spPr>
          <a:xfrm>
            <a:off x="4621999" y="1394625"/>
            <a:ext cx="354787" cy="32223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207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72D0-7A48-8FC4-2A45-5590F2E3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3B796FBA-8B71-9655-50AF-834DDD3403E0}"/>
              </a:ext>
            </a:extLst>
          </p:cNvPr>
          <p:cNvGrpSpPr/>
          <p:nvPr/>
        </p:nvGrpSpPr>
        <p:grpSpPr>
          <a:xfrm>
            <a:off x="2474581" y="1502112"/>
            <a:ext cx="3669662" cy="3114880"/>
            <a:chOff x="770770" y="659845"/>
            <a:chExt cx="4477293" cy="466538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B06E471-527C-9C8A-3917-7CE5C7EFA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05B4210F-E7E3-2FBB-FE2D-15517EE285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659845"/>
              <a:ext cx="3499288" cy="42471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1342D47-173E-161C-5932-4F57B625702E}"/>
              </a:ext>
            </a:extLst>
          </p:cNvPr>
          <p:cNvGrpSpPr/>
          <p:nvPr/>
        </p:nvGrpSpPr>
        <p:grpSpPr>
          <a:xfrm>
            <a:off x="4673850" y="2091936"/>
            <a:ext cx="367408" cy="428537"/>
            <a:chOff x="2285402" y="3269472"/>
            <a:chExt cx="367408" cy="428537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3C45F7B-ED3D-46DC-9319-6CFDEDADBF47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0DE0112C-5A0D-C619-B9C6-5F9C094ACE27}"/>
                </a:ext>
              </a:extLst>
            </p:cNvPr>
            <p:cNvSpPr txBox="1"/>
            <p:nvPr/>
          </p:nvSpPr>
          <p:spPr>
            <a:xfrm>
              <a:off x="2285402" y="332867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892772A-B5DE-FDAE-42F5-4C1A9A75185F}"/>
              </a:ext>
            </a:extLst>
          </p:cNvPr>
          <p:cNvCxnSpPr>
            <a:cxnSpLocks/>
          </p:cNvCxnSpPr>
          <p:nvPr/>
        </p:nvCxnSpPr>
        <p:spPr>
          <a:xfrm>
            <a:off x="4621999" y="1394625"/>
            <a:ext cx="354787" cy="32223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64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2049-F2D1-708F-A10C-481D3890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6AEB1D81-72E1-87CE-8D0B-6C1823C30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158" y="1502112"/>
            <a:ext cx="3323085" cy="311488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689D763D-75D5-C97A-DA70-D74FEE825482}"/>
              </a:ext>
            </a:extLst>
          </p:cNvPr>
          <p:cNvGrpSpPr/>
          <p:nvPr/>
        </p:nvGrpSpPr>
        <p:grpSpPr>
          <a:xfrm>
            <a:off x="4673850" y="2091936"/>
            <a:ext cx="367408" cy="428537"/>
            <a:chOff x="2285402" y="3269472"/>
            <a:chExt cx="367408" cy="428537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1BDA022-15AB-312E-3C54-C5A8962261BF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B9E3260-E402-84E1-F3CA-DED3C455A7EF}"/>
                </a:ext>
              </a:extLst>
            </p:cNvPr>
            <p:cNvSpPr txBox="1"/>
            <p:nvPr/>
          </p:nvSpPr>
          <p:spPr>
            <a:xfrm>
              <a:off x="2285402" y="332867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12C9BB5-9975-75B0-71FC-D154E66B9384}"/>
              </a:ext>
            </a:extLst>
          </p:cNvPr>
          <p:cNvCxnSpPr>
            <a:cxnSpLocks/>
          </p:cNvCxnSpPr>
          <p:nvPr/>
        </p:nvCxnSpPr>
        <p:spPr>
          <a:xfrm flipV="1">
            <a:off x="2356051" y="1321903"/>
            <a:ext cx="3542596" cy="239714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C5BA15D-D633-2810-1E4B-55D6BDC49187}"/>
              </a:ext>
            </a:extLst>
          </p:cNvPr>
          <p:cNvCxnSpPr>
            <a:cxnSpLocks/>
          </p:cNvCxnSpPr>
          <p:nvPr/>
        </p:nvCxnSpPr>
        <p:spPr>
          <a:xfrm>
            <a:off x="4521532" y="1295615"/>
            <a:ext cx="672043" cy="304215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510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6377-ABED-93CE-DA4D-8EA33EEA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E8D06083-2F39-BAB6-53B2-C3F0BB43FBF5}"/>
              </a:ext>
            </a:extLst>
          </p:cNvPr>
          <p:cNvGrpSpPr/>
          <p:nvPr/>
        </p:nvGrpSpPr>
        <p:grpSpPr>
          <a:xfrm>
            <a:off x="2474581" y="1502112"/>
            <a:ext cx="3669662" cy="3114880"/>
            <a:chOff x="770770" y="659845"/>
            <a:chExt cx="4477293" cy="466538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8795BB1A-F19F-2952-CA8A-65F638E9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00240A4D-CD28-F4C8-36E2-DE42FA9772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659845"/>
              <a:ext cx="3499288" cy="42471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BE8C74C-7291-4BBC-3CCF-F50B4074DA2A}"/>
              </a:ext>
            </a:extLst>
          </p:cNvPr>
          <p:cNvGrpSpPr/>
          <p:nvPr/>
        </p:nvGrpSpPr>
        <p:grpSpPr>
          <a:xfrm>
            <a:off x="4673850" y="2091936"/>
            <a:ext cx="367408" cy="428537"/>
            <a:chOff x="2285402" y="3269472"/>
            <a:chExt cx="367408" cy="428537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12DDF1E-FBF7-6B50-F1F2-1150D624094D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FAA0F6E-3375-688D-7F01-CCF3F864FA6D}"/>
                </a:ext>
              </a:extLst>
            </p:cNvPr>
            <p:cNvSpPr txBox="1"/>
            <p:nvPr/>
          </p:nvSpPr>
          <p:spPr>
            <a:xfrm>
              <a:off x="2285402" y="332867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6A5B5020-8CC2-39B0-FA77-864549F8AA37}"/>
              </a:ext>
            </a:extLst>
          </p:cNvPr>
          <p:cNvCxnSpPr>
            <a:cxnSpLocks/>
          </p:cNvCxnSpPr>
          <p:nvPr/>
        </p:nvCxnSpPr>
        <p:spPr>
          <a:xfrm>
            <a:off x="4621999" y="1394625"/>
            <a:ext cx="354787" cy="32223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CEAFBB0-6509-39B2-68E7-FDACC11558E0}"/>
              </a:ext>
            </a:extLst>
          </p:cNvPr>
          <p:cNvCxnSpPr>
            <a:cxnSpLocks/>
          </p:cNvCxnSpPr>
          <p:nvPr/>
        </p:nvCxnSpPr>
        <p:spPr>
          <a:xfrm flipV="1">
            <a:off x="2356051" y="1321903"/>
            <a:ext cx="3542596" cy="239714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DA40D5E-3792-83BD-EBAC-F2E684BAE240}"/>
              </a:ext>
            </a:extLst>
          </p:cNvPr>
          <p:cNvCxnSpPr>
            <a:cxnSpLocks/>
          </p:cNvCxnSpPr>
          <p:nvPr/>
        </p:nvCxnSpPr>
        <p:spPr>
          <a:xfrm>
            <a:off x="4521532" y="1295615"/>
            <a:ext cx="672043" cy="304215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816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1314-E402-7118-DFB5-79099C46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EA2B6A9F-ADBE-DA62-96ED-F311738520AA}"/>
              </a:ext>
            </a:extLst>
          </p:cNvPr>
          <p:cNvGrpSpPr/>
          <p:nvPr/>
        </p:nvGrpSpPr>
        <p:grpSpPr>
          <a:xfrm>
            <a:off x="2907660" y="1361731"/>
            <a:ext cx="2529813" cy="2318893"/>
            <a:chOff x="789416" y="1585398"/>
            <a:chExt cx="4240195" cy="366747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002D7B5-73FF-9837-3629-209D788EF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9416" y="1585398"/>
              <a:ext cx="4074136" cy="3378016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83724C36-836F-02A4-160A-198C4B8530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660" y="3728658"/>
              <a:ext cx="4182951" cy="152421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E012DD0-5C0F-EA6D-034A-4A5EE1CE3A67}"/>
              </a:ext>
            </a:extLst>
          </p:cNvPr>
          <p:cNvGrpSpPr/>
          <p:nvPr/>
        </p:nvGrpSpPr>
        <p:grpSpPr>
          <a:xfrm>
            <a:off x="3374731" y="2869532"/>
            <a:ext cx="367408" cy="455570"/>
            <a:chOff x="2220160" y="3269472"/>
            <a:chExt cx="367408" cy="45557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C93413B2-8EBB-5BE2-B8DD-5BE5B471D066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AB15F2A3-2ACD-E919-C089-E8D6C73BCA4A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9F01AA5C-F740-F658-882C-D132377D269E}"/>
              </a:ext>
            </a:extLst>
          </p:cNvPr>
          <p:cNvCxnSpPr>
            <a:cxnSpLocks/>
          </p:cNvCxnSpPr>
          <p:nvPr/>
        </p:nvCxnSpPr>
        <p:spPr>
          <a:xfrm flipH="1">
            <a:off x="3381309" y="1124909"/>
            <a:ext cx="781188" cy="2015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474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C03E-7A93-B1F4-C010-30186B90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678E29B-0992-85B1-FCB8-D933EB7AD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660" y="1361731"/>
            <a:ext cx="2430738" cy="2135875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3453E0F6-95F6-7452-59DC-6E2374C9D384}"/>
              </a:ext>
            </a:extLst>
          </p:cNvPr>
          <p:cNvGrpSpPr/>
          <p:nvPr/>
        </p:nvGrpSpPr>
        <p:grpSpPr>
          <a:xfrm>
            <a:off x="3374731" y="2869532"/>
            <a:ext cx="367408" cy="455570"/>
            <a:chOff x="2220160" y="3269472"/>
            <a:chExt cx="367408" cy="45557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C478310F-6782-AF47-BB16-D021D169E635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CC963BB1-BD9F-63FC-D8E5-5D87BB656C2D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6EDCB1E3-3820-3B84-80D0-9F053ECD1C04}"/>
              </a:ext>
            </a:extLst>
          </p:cNvPr>
          <p:cNvCxnSpPr>
            <a:cxnSpLocks/>
          </p:cNvCxnSpPr>
          <p:nvPr/>
        </p:nvCxnSpPr>
        <p:spPr>
          <a:xfrm flipV="1">
            <a:off x="2360010" y="1391924"/>
            <a:ext cx="3604973" cy="2197191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192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8154-3F82-E03F-7C60-1D3C3FA2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14F320E9-E6A3-E9F7-376E-B09474234C40}"/>
              </a:ext>
            </a:extLst>
          </p:cNvPr>
          <p:cNvGrpSpPr/>
          <p:nvPr/>
        </p:nvGrpSpPr>
        <p:grpSpPr>
          <a:xfrm>
            <a:off x="2907660" y="1361731"/>
            <a:ext cx="2529813" cy="2318893"/>
            <a:chOff x="789416" y="1585398"/>
            <a:chExt cx="4240195" cy="366747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642B0FB7-49DF-DB18-EEE0-EFFDE4F2C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9416" y="1585398"/>
              <a:ext cx="4074136" cy="3378016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DD7BEF2C-FF49-70E0-EC65-11CAFA4BE0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660" y="3728658"/>
              <a:ext cx="4182951" cy="152421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F6A0C897-ADEE-4E12-8988-0130168D75C7}"/>
              </a:ext>
            </a:extLst>
          </p:cNvPr>
          <p:cNvGrpSpPr/>
          <p:nvPr/>
        </p:nvGrpSpPr>
        <p:grpSpPr>
          <a:xfrm>
            <a:off x="3374731" y="2869532"/>
            <a:ext cx="367408" cy="455570"/>
            <a:chOff x="2220160" y="3269472"/>
            <a:chExt cx="367408" cy="45557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95D4F02E-B8E6-D53E-225B-B9A0D68AF691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00C83201-D8F7-BD55-7C7B-C3A87650BEA7}"/>
                </a:ext>
              </a:extLst>
            </p:cNvPr>
            <p:cNvSpPr txBox="1"/>
            <p:nvPr/>
          </p:nvSpPr>
          <p:spPr>
            <a:xfrm>
              <a:off x="2220160" y="335571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247272B-3580-5274-4F5A-0F019AB232FE}"/>
              </a:ext>
            </a:extLst>
          </p:cNvPr>
          <p:cNvCxnSpPr>
            <a:cxnSpLocks/>
          </p:cNvCxnSpPr>
          <p:nvPr/>
        </p:nvCxnSpPr>
        <p:spPr>
          <a:xfrm flipH="1">
            <a:off x="3381309" y="1124909"/>
            <a:ext cx="781188" cy="2015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E0CC999-A71D-804A-01E8-D466B69A2337}"/>
              </a:ext>
            </a:extLst>
          </p:cNvPr>
          <p:cNvCxnSpPr>
            <a:cxnSpLocks/>
          </p:cNvCxnSpPr>
          <p:nvPr/>
        </p:nvCxnSpPr>
        <p:spPr>
          <a:xfrm flipV="1">
            <a:off x="2360010" y="1391924"/>
            <a:ext cx="3604973" cy="2197191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83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C71D6E-C46B-AEB4-353D-51D882F0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196792"/>
            <a:ext cx="11896725" cy="11620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411F0D5-48B8-906D-C4D5-B05328BD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04" y="2623453"/>
            <a:ext cx="6064718" cy="12308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18F918-FFFC-AFF7-01CF-00C2ED58C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804" y="4581545"/>
            <a:ext cx="7988391" cy="107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04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D5E1-18B2-3346-B3F6-15EFD572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905D9A6-9F89-C378-4AA0-4B7576FC4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31" y="2939913"/>
            <a:ext cx="4334663" cy="87972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10DE0D7-EF6D-7ABA-2A62-FC3287E8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00" y="4301385"/>
            <a:ext cx="5068699" cy="68505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C826765-0264-1003-415E-D53D54B2F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28" y="1253270"/>
            <a:ext cx="11144155" cy="1370183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D1364BDA-F1D0-90C6-6296-311971D00B64}"/>
              </a:ext>
            </a:extLst>
          </p:cNvPr>
          <p:cNvGrpSpPr/>
          <p:nvPr/>
        </p:nvGrpSpPr>
        <p:grpSpPr>
          <a:xfrm>
            <a:off x="8040367" y="3429000"/>
            <a:ext cx="3669662" cy="3114880"/>
            <a:chOff x="770770" y="659845"/>
            <a:chExt cx="4477293" cy="4665383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910F46EB-DA45-1A46-5DA3-E9D5E9759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3D1526D-1AE7-63BF-DCFD-F5B5F5FA9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770" y="659845"/>
              <a:ext cx="3499288" cy="42471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B6E5487-5915-4209-28D6-E4C22598E44E}"/>
              </a:ext>
            </a:extLst>
          </p:cNvPr>
          <p:cNvGrpSpPr/>
          <p:nvPr/>
        </p:nvGrpSpPr>
        <p:grpSpPr>
          <a:xfrm>
            <a:off x="10239636" y="4018824"/>
            <a:ext cx="367408" cy="428537"/>
            <a:chOff x="2285402" y="3269472"/>
            <a:chExt cx="367408" cy="428537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E47A924F-8DEF-0F1A-1310-D8FAC273031A}"/>
                </a:ext>
              </a:extLst>
            </p:cNvPr>
            <p:cNvSpPr/>
            <p:nvPr/>
          </p:nvSpPr>
          <p:spPr>
            <a:xfrm>
              <a:off x="2285402" y="3269472"/>
              <a:ext cx="64401" cy="789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16619E4D-892A-451B-F20B-CE44A15D6DB2}"/>
                </a:ext>
              </a:extLst>
            </p:cNvPr>
            <p:cNvSpPr txBox="1"/>
            <p:nvPr/>
          </p:nvSpPr>
          <p:spPr>
            <a:xfrm>
              <a:off x="2285402" y="332867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5174C53-9467-B63B-0A07-5C86354195E2}"/>
              </a:ext>
            </a:extLst>
          </p:cNvPr>
          <p:cNvCxnSpPr>
            <a:cxnSpLocks/>
          </p:cNvCxnSpPr>
          <p:nvPr/>
        </p:nvCxnSpPr>
        <p:spPr>
          <a:xfrm>
            <a:off x="10187785" y="3321513"/>
            <a:ext cx="354787" cy="32223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F2F0D2E-55FF-BA38-0EC6-F11DEA80CD08}"/>
              </a:ext>
            </a:extLst>
          </p:cNvPr>
          <p:cNvCxnSpPr>
            <a:cxnSpLocks/>
          </p:cNvCxnSpPr>
          <p:nvPr/>
        </p:nvCxnSpPr>
        <p:spPr>
          <a:xfrm flipV="1">
            <a:off x="7921837" y="3248791"/>
            <a:ext cx="3542596" cy="239714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1E6F379-CDA9-8913-DB2A-D662DE963D24}"/>
              </a:ext>
            </a:extLst>
          </p:cNvPr>
          <p:cNvCxnSpPr>
            <a:cxnSpLocks/>
          </p:cNvCxnSpPr>
          <p:nvPr/>
        </p:nvCxnSpPr>
        <p:spPr>
          <a:xfrm>
            <a:off x="10087318" y="3222503"/>
            <a:ext cx="672043" cy="304215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4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E8D7D-8ACD-EC8A-D4D3-8FC0FDA4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F88AF4-96BE-D86E-A4BB-A136789D7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F2E5B8-C723-6675-B8AA-A2E9162C2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EA494D-EF9A-7CB2-C86C-C12F015C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02FA55-1C60-1606-E018-14EF8799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Tangente</a:t>
            </a:r>
            <a:r>
              <a:rPr lang="en-US" sz="5400" dirty="0"/>
              <a:t> à </a:t>
            </a:r>
            <a:r>
              <a:rPr lang="en-US" sz="5400" dirty="0" err="1"/>
              <a:t>une</a:t>
            </a:r>
            <a:r>
              <a:rPr lang="en-US" sz="5400" dirty="0"/>
              <a:t> </a:t>
            </a:r>
            <a:r>
              <a:rPr lang="en-US" sz="5400" dirty="0" err="1"/>
              <a:t>conique</a:t>
            </a:r>
            <a:r>
              <a:rPr lang="en-US" sz="5400" dirty="0"/>
              <a:t> </a:t>
            </a:r>
            <a:r>
              <a:rPr lang="en-US" sz="5400" dirty="0" err="1"/>
              <a:t>connaissant</a:t>
            </a:r>
            <a:r>
              <a:rPr lang="en-US" sz="5400" dirty="0"/>
              <a:t> la </a:t>
            </a:r>
            <a:r>
              <a:rPr lang="en-US" sz="5400" dirty="0" err="1"/>
              <a:t>pente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9EA508AE-F629-F6B1-9B4B-67E47F00F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572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14ED-A1B0-44FD-B8A4-B875ACDC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D8B313FC-3FEC-BF01-2490-1D1303C75E74}"/>
              </a:ext>
            </a:extLst>
          </p:cNvPr>
          <p:cNvGrpSpPr/>
          <p:nvPr/>
        </p:nvGrpSpPr>
        <p:grpSpPr>
          <a:xfrm>
            <a:off x="1222947" y="1343702"/>
            <a:ext cx="4309502" cy="2051514"/>
            <a:chOff x="1321520" y="1240442"/>
            <a:chExt cx="6150821" cy="298153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A1C359A-3E72-3485-8B15-DD37F7985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505" t="10811" r="11487" b="5667"/>
            <a:stretch>
              <a:fillRect/>
            </a:stretch>
          </p:blipFill>
          <p:spPr>
            <a:xfrm rot="21014863">
              <a:off x="1321520" y="1571483"/>
              <a:ext cx="3032819" cy="2650493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E54F756D-FED7-0460-ABFE-B2C07B11D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9378" y="1240442"/>
              <a:ext cx="6102963" cy="39269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15A583C-77F4-E53B-9314-B26FA62D4C26}"/>
              </a:ext>
            </a:extLst>
          </p:cNvPr>
          <p:cNvCxnSpPr>
            <a:cxnSpLocks/>
          </p:cNvCxnSpPr>
          <p:nvPr/>
        </p:nvCxnSpPr>
        <p:spPr>
          <a:xfrm flipV="1">
            <a:off x="1145742" y="3173601"/>
            <a:ext cx="4275971" cy="2702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D4DC2120-2181-F53D-29D5-98E6D9990333}"/>
              </a:ext>
            </a:extLst>
          </p:cNvPr>
          <p:cNvCxnSpPr/>
          <p:nvPr/>
        </p:nvCxnSpPr>
        <p:spPr>
          <a:xfrm flipV="1">
            <a:off x="3283727" y="1154875"/>
            <a:ext cx="1059125" cy="74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BD172698-F102-CD10-4706-7C109984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905" y="5110094"/>
            <a:ext cx="6064718" cy="123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21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F416-52CE-B57E-B16C-28FC518E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EC4C44B8-2A9B-470D-06A6-9800B3592224}"/>
              </a:ext>
            </a:extLst>
          </p:cNvPr>
          <p:cNvGrpSpPr/>
          <p:nvPr/>
        </p:nvGrpSpPr>
        <p:grpSpPr>
          <a:xfrm>
            <a:off x="2821158" y="1502112"/>
            <a:ext cx="3323085" cy="3464955"/>
            <a:chOff x="1193623" y="659845"/>
            <a:chExt cx="4054440" cy="5189716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780A4A68-4F40-67B2-D0A3-80D18F359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623" y="659845"/>
              <a:ext cx="4054440" cy="4665383"/>
            </a:xfrm>
            <a:prstGeom prst="rect">
              <a:avLst/>
            </a:prstGeom>
          </p:spPr>
        </p:pic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4F3642E8-41E2-C826-4ED7-177576A6D4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403" y="1602385"/>
              <a:ext cx="3499288" cy="42471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E1939505-7C83-9FE2-F3A4-3229C6CCEA93}"/>
              </a:ext>
            </a:extLst>
          </p:cNvPr>
          <p:cNvCxnSpPr>
            <a:cxnSpLocks/>
          </p:cNvCxnSpPr>
          <p:nvPr/>
        </p:nvCxnSpPr>
        <p:spPr>
          <a:xfrm flipV="1">
            <a:off x="2441803" y="1561314"/>
            <a:ext cx="2868073" cy="28356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D381F687-0AE5-AD86-1842-6662CDEB1606}"/>
              </a:ext>
            </a:extLst>
          </p:cNvPr>
          <p:cNvCxnSpPr/>
          <p:nvPr/>
        </p:nvCxnSpPr>
        <p:spPr>
          <a:xfrm flipV="1">
            <a:off x="4729882" y="741775"/>
            <a:ext cx="493381" cy="475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433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BA23-FCD3-6B1B-1C85-78A39D54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29DABC7-178D-BFF4-E4EC-7F58F0B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660" y="1361731"/>
            <a:ext cx="2430738" cy="2135875"/>
          </a:xfrm>
          <a:prstGeom prst="rect">
            <a:avLst/>
          </a:prstGeom>
        </p:spPr>
      </p:pic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E557FF63-1CF1-723E-824E-E87970CDB5E1}"/>
              </a:ext>
            </a:extLst>
          </p:cNvPr>
          <p:cNvCxnSpPr>
            <a:cxnSpLocks/>
          </p:cNvCxnSpPr>
          <p:nvPr/>
        </p:nvCxnSpPr>
        <p:spPr>
          <a:xfrm flipH="1">
            <a:off x="3381309" y="1124909"/>
            <a:ext cx="781188" cy="2015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F163141A-6FD9-F5F9-C322-AB4EFDC1388E}"/>
              </a:ext>
            </a:extLst>
          </p:cNvPr>
          <p:cNvCxnSpPr/>
          <p:nvPr/>
        </p:nvCxnSpPr>
        <p:spPr>
          <a:xfrm flipV="1">
            <a:off x="2907660" y="1881427"/>
            <a:ext cx="282872" cy="717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509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FF78-50C3-FAA0-61D8-94322B0B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6549FF8-AD83-7BAE-499A-1B21AAF2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99" y="1879631"/>
            <a:ext cx="9498824" cy="154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73703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Grand écran</PresentationFormat>
  <Paragraphs>17</Paragraphs>
  <Slides>41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1_Thème Office</vt:lpstr>
      <vt:lpstr>Présentation PowerPoint</vt:lpstr>
      <vt:lpstr>Droites et coniques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Tangente en 1 point de la conique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Tangente passant par 1 point hors de la conique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Tangente à une conique connaissant la pente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Minh-Phuong Tran</dc:creator>
  <cp:lastModifiedBy>Minh-Phuong Tran</cp:lastModifiedBy>
  <cp:revision>2</cp:revision>
  <dcterms:created xsi:type="dcterms:W3CDTF">2026-03-30T06:53:36Z</dcterms:created>
  <dcterms:modified xsi:type="dcterms:W3CDTF">2026-04-01T06:48:48Z</dcterms:modified>
</cp:coreProperties>
</file>